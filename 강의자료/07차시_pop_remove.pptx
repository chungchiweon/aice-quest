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도입: 대기열(큐) 비유. 번호표로 부르는 것과 이름으로 부르는 것의 차이.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순번으로 꺼내기 vs 이름으로 삭제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F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'맨 뒤에 있는 놈 나와' vs '어뷰저 삭제해'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306324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3383280"/>
            <a:ext cx="2377440" cy="548640"/>
          </a:xfrm>
          <a:prstGeom prst="roundRect">
            <a:avLst>
              <a:gd name="adj" fmla="val 2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11880" y="33832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remove()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어소시에이트 실기 · 파이썬 기초 · 흥해공고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배우면 AICE에서 이렇게 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열(정답 라벨) 떼어내기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cols = list(df.columns); target = cols.pop(-1) — 실기에서 빈출하는 정답 코드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77640" cy="1463040"/>
          </a:xfrm>
          <a:prstGeom prst="roundRect">
            <a:avLst>
              <a:gd name="adj" fmla="val 6250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37760" y="1536192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쓸모없는 컬럼 이름 빼기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937760" y="1920240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features.remove('id') — 이름을 알 때는 remove 가 한 줄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8229600" cy="1554480"/>
          </a:xfrm>
          <a:prstGeom prst="roundRect">
            <a:avLst>
              <a:gd name="adj" fmla="val 5882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8211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막을 사고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56616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값을 remove 하면 ValueError 로 프로그램이 멈춘다. 지우기 전에 'in' 으로 있는지 확인하는 습관.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pop(인덱스) — 위치로 꺼내고, 꺼낸 값을 돌려준다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81328"/>
            <a:ext cx="479145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 = [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'유저A'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'유저B'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'유저C'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'어뷰저'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'유저D'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out_user = queue.pop(-1)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'꺼낸 값:'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out_user)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'남은 큐:'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queue)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3429000"/>
            <a:ext cx="5120640" cy="1188720"/>
          </a:xfrm>
          <a:prstGeom prst="roundRect">
            <a:avLst>
              <a:gd name="adj" fmla="val 6154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5021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3758184"/>
            <a:ext cx="47914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39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꺼낸 값: 유저D</a:t>
            </a:r>
            <a:endParaRPr lang="en-US" sz="123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39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남은 큐: ['유저A', '유저B', '유저C', '어뷰저']</a:t>
            </a:r>
            <a:endParaRPr lang="en-US" sz="1239" dirty="0"/>
          </a:p>
        </p:txBody>
      </p:sp>
      <p:sp>
        <p:nvSpPr>
          <p:cNvPr id="10" name="Shape 8"/>
          <p:cNvSpPr/>
          <p:nvPr/>
        </p:nvSpPr>
        <p:spPr>
          <a:xfrm>
            <a:off x="5806440" y="1371600"/>
            <a:ext cx="2880360" cy="324612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920240"/>
            <a:ext cx="2423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괄호 안은 '몇 번째' — 0부터 센다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-1 은 맨 뒤, 비우면 맨 뒤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꺼낸 값을 변수에 받을 수 있다 (remove 와 가장 큰 차이)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인덱스가 범위를 벗어나면 IndexError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remove(값) — 이름으로 찾아 첫 번째 것을 지운다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81328"/>
            <a:ext cx="479145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 = [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'유저A'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'유저B'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'유저C'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'어뷰저'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'유저D'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queue.remove(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'어뷰저'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'정제 후:'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queue)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3063240"/>
            <a:ext cx="5120640" cy="731520"/>
          </a:xfrm>
          <a:prstGeom prst="round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1363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3392424"/>
            <a:ext cx="4791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정제 후: ['유저A', '유저B', '유저C', '유저D']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93192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1792" y="4041648"/>
            <a:ext cx="479145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6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queue.remove(</a:t>
            </a:r>
            <a:pPr indent="0" marL="0">
              <a:lnSpc>
                <a:spcPct val="115000"/>
              </a:lnSpc>
              <a:buNone/>
            </a:pPr>
            <a:r>
              <a:rPr lang="en-US" sz="136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'없는유저'</a:t>
            </a:r>
            <a:pPr indent="0" marL="0">
              <a:lnSpc>
                <a:spcPct val="115000"/>
              </a:lnSpc>
              <a:buNone/>
            </a:pPr>
            <a:r>
              <a:rPr lang="en-US" sz="136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endParaRPr lang="en-US" sz="136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6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ValueError: list.remove(x): x not </a:t>
            </a:r>
            <a:pPr indent="0" marL="0">
              <a:lnSpc>
                <a:spcPct val="115000"/>
              </a:lnSpc>
              <a:buNone/>
            </a:pPr>
            <a:r>
              <a:rPr lang="en-US" sz="136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36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list</a:t>
            </a:r>
            <a:endParaRPr lang="en-US" sz="1360" dirty="0"/>
          </a:p>
        </p:txBody>
      </p:sp>
      <p:sp>
        <p:nvSpPr>
          <p:cNvPr id="12" name="Shape 10"/>
          <p:cNvSpPr/>
          <p:nvPr/>
        </p:nvSpPr>
        <p:spPr>
          <a:xfrm>
            <a:off x="5806440" y="1371600"/>
            <a:ext cx="2880360" cy="3337560"/>
          </a:xfrm>
          <a:prstGeom prst="roundRect">
            <a:avLst>
              <a:gd name="adj" fmla="val 3175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기억할 것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1920240"/>
            <a:ext cx="2423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괄호 안은 '값' 자체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같은 값이 여러 개면 맨 앞 하나만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돌려주는 값은 None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• 없는 값이면 ValueError → 먼저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if '어뷰저' in queue: 로 확인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비교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9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30552"/>
                <a:gridCol w="2130552"/>
                <a:gridCol w="2139696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4F46E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pop(i)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4F46E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remove(x)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4F46E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del lst[i]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무엇으로 찾나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위치(인덱스)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값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위치(인덱스)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돌려주는 값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꺼낸 원소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None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없음 (문장)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없을 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IndexError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ValueError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IndexError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F172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실기 쓰임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cols.pop(-1)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cols.remove('id')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 cols[0]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11111"/>
            </a:avLst>
          </a:prstGeom>
          <a:solidFill>
            <a:srgbClr val="FFFBEB"/>
          </a:solidFill>
          <a:ln w="12700">
            <a:solidFill>
              <a:srgbClr val="FFFBE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400507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 요약: 값을 '받아서 쓰려면' pop, 그냥 '없애려면' remove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실수 3가지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꺼낸 걸 또 지움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pop(1) 로 '유저B' 를 꺼낸 뒤 remove('유저B') → ValueError. 순서를 바꾸거나 in 으로 확인.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766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766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252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remove 결과를 변수에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2766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 = lst.remove('a') → x 는 None. 값이 필요하면 pop 을 쓴다.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6000" y="1463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960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44640" y="146304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반복문 안에서 지우기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096000" y="196596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 x in lst: lst.remove(x) 는 원소를 건너뛴다. 새 리스트를 만들거나 복사본으로 돈다.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108960"/>
            <a:ext cx="8229600" cy="1554480"/>
          </a:xfrm>
          <a:prstGeom prst="roundRect">
            <a:avLst>
              <a:gd name="adj" fmla="val 4706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1792" y="3218688"/>
            <a:ext cx="7900416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= 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'어뷰저'</a:t>
            </a:r>
            <a:pPr indent="0" marL="0">
              <a:lnSpc>
                <a:spcPct val="115000"/>
              </a:lnSpc>
              <a:buNone/>
            </a:pPr>
            <a:endParaRPr lang="en-US" sz="154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4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target </a:t>
            </a:r>
            <a:pPr indent="0" marL="0">
              <a:lnSpc>
                <a:spcPct val="115000"/>
              </a:lnSpc>
              <a:buNone/>
            </a:pPr>
            <a:r>
              <a:rPr lang="en-US" sz="154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queue:</a:t>
            </a:r>
            <a:pPr indent="0" marL="0">
              <a:lnSpc>
                <a:spcPct val="115000"/>
              </a:lnSpc>
              <a:buNone/>
            </a:pPr>
            <a:endParaRPr lang="en-US" sz="154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queue.remove(target)</a:t>
            </a:r>
            <a:pPr indent="0" marL="0">
              <a:lnSpc>
                <a:spcPct val="115000"/>
              </a:lnSpc>
              <a:buNone/>
            </a:pPr>
            <a:endParaRPr lang="en-US" sz="154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4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endParaRPr lang="en-US" sz="1549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549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'이미 없음'</a:t>
            </a:r>
            <a:pPr indent="0" marL="0">
              <a:lnSpc>
                <a:spcPct val="115000"/>
              </a:lnSpc>
              <a:buNone/>
            </a:pPr>
            <a:r>
              <a:rPr lang="en-US" sz="1549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49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AICE 실기 패턴 — 정답 라벨 떼어내기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5120640" cy="2194560"/>
          </a:xfrm>
          <a:prstGeom prst="roundRect">
            <a:avLst>
              <a:gd name="adj" fmla="val 3333"/>
            </a:avLst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481328"/>
            <a:ext cx="4791456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cols = [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'age'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'income'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'score'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'churn'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  # df.columns 라고 치자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 = cols.pop(-1)     # 마지막 열 = 정답(y)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features = cols           # 나머지 = 입력(X)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'y:'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target)</a:t>
            </a:r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'X:'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features)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370332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77647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결과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4032504"/>
            <a:ext cx="479145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82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y: churn</a:t>
            </a:r>
            <a:endParaRPr lang="en-US" sz="1282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82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X: ['age', 'income', 'score']</a:t>
            </a:r>
            <a:endParaRPr lang="en-US" sz="1282" dirty="0"/>
          </a:p>
        </p:txBody>
      </p:sp>
      <p:sp>
        <p:nvSpPr>
          <p:cNvPr id="10" name="Shape 8"/>
          <p:cNvSpPr/>
          <p:nvPr/>
        </p:nvSpPr>
        <p:spPr>
          <a:xfrm>
            <a:off x="5806440" y="1371600"/>
            <a:ext cx="2880360" cy="3291840"/>
          </a:xfrm>
          <a:prstGeom prst="roundRect">
            <a:avLst>
              <a:gd name="adj" fmla="val 3175"/>
            </a:avLst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153619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pop 인가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920240"/>
            <a:ext cx="2423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열 이름을 '받아서' 뒤에 y = df[target] 로 써야 하니까. remove 는 이름을 돌려주지 않는다.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— 앱 7차시 (10분) · 확인 퀴즈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54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9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 코드 소환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87452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「pop &amp; remove 삭제 파이프라인 조립」 버튼 → 큐 5명에서 pop 한 명, remove 한 명 하는 코드가 나타난다.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766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766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8252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 파라미터 적용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276600" y="187452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pop 인덱스(맨 앞·맨 뒤·세 번째)와 remove 대상(어뷰저·유저B)을 고르고 「파라미터 적용」. 남을 큐를 먼저 종이에 적는다.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6000" y="137160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96000" y="1371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44640" y="1371600"/>
            <a:ext cx="204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 실행 · 차트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096000" y="1874520"/>
            <a:ext cx="25908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「파이프라인 실행」 → 다섯 막대 중 주황 = pop 으로 꺼낸 사람, 빨강 = remove 로 지운 사람. 종이와 맞는지 확인.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31546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3154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lst = [5, 6, 7]; v = lst.pop(0); v 와 lst 는?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34472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v = 5, lst = [6, 7]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8862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39776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977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lst = [1, 2, 1]; lst.remove(1); lst 는?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188720" y="42702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596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답: [2, 1] — 맨 앞 하나만 지운다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5B4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7차시 정리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값이 필요하면 pop, 없애기만 하면 remove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6916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pop(i) — 위치로 꺼내고 그 값을 돌려준다. -1 은 맨 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3774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remove(x) — 값으로 찾아 맨 앞 하나를 지운다. None 을 돌려준다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08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0632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 remove → ValueError. 먼저 if x in lst 로 확인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94760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94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49040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E7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실기 패턴: target = cols.pop(-1) 로 정답 열 분리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18CF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차시 → 8차시 for / while vs break — 반복 루프와 탈출 조건문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정지원</dc:creator>
  <cp:lastModifiedBy>정지원</cp:lastModifiedBy>
  <cp:revision>1</cp:revision>
  <dcterms:created xsi:type="dcterms:W3CDTF">2026-09-21T01:59:47Z</dcterms:created>
  <dcterms:modified xsi:type="dcterms:W3CDTF">2026-09-21T01:59:47Z</dcterms:modified>
</cp:coreProperties>
</file>