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대기열(큐) 비유. 번호표로 부르는 것과 이름으로 부르는 것의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순번으로 꺼내기 vs 이름으로 삭제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'맨 뒤에 있는 놈 나와' vs '어뷰저 삭제해'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파이썬 기초 · 흥해공고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열(정답 라벨) 떼어내기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cols = list(df.columns); target = cols.pop(-1) — 실기에서 빈출하는 정답 코드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쓸모없는 컬럼 이름 빼기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features.remove('id') — 이름을 알 때는 remove 가 한 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값을 remove 하면 ValueError 로 프로그램이 멈춘다. 지우기 전에 'in' 으로 있는지 확인하는 습관.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pop(인덱스) — 위치로 꺼내고, 꺼낸 값을 돌려준다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= 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'유저A'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'유저B'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'유저C'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'어뷰저'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'유저D'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out_user = queue.pop(-1)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'꺼낸 값:'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out_user)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'남은 큐:'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queue)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758184"/>
            <a:ext cx="4791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9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꺼낸 값: 유저D</a:t>
            </a:r>
            <a:endParaRPr lang="en-US" sz="123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9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남은 큐: ['유저A', '유저B', '유저C', '어뷰저']</a:t>
            </a:r>
            <a:endParaRPr lang="en-US" sz="1239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80360" cy="324612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안은 '몇 번째' — 0부터 센다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-1 은 맨 뒤, 비우면 맨 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꺼낸 값을 변수에 받을 수 있다 (remove 와 가장 큰 차이)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인덱스가 범위를 벗어나면 IndexError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remove(값) — 이름으로 찾아 첫 번째 것을 지운다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= 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'유저A'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'유저B'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'유저C'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'어뷰저'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'유저D'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queue.remove(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'어뷰저'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'정제 후:'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queue)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136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39242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정제 후: ['유저A', '유저B', '유저C', '유저D']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041648"/>
            <a:ext cx="4791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queue.remove(</a:t>
            </a:r>
            <a:pPr indent="0" marL="0">
              <a:lnSpc>
                <a:spcPct val="115000"/>
              </a:lnSpc>
              <a:buNone/>
            </a:pPr>
            <a:r>
              <a:rPr lang="en-US" sz="136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'없는유저'</a:t>
            </a:r>
            <a:pPr indent="0" marL="0">
              <a:lnSpc>
                <a:spcPct val="115000"/>
              </a:lnSpc>
              <a:buNone/>
            </a:pPr>
            <a:r>
              <a:rPr lang="en-US" sz="13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3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ValueError: list.remove(x): x not </a:t>
            </a:r>
            <a:pPr indent="0" marL="0">
              <a:lnSpc>
                <a:spcPct val="115000"/>
              </a:lnSpc>
              <a:buNone/>
            </a:pPr>
            <a:r>
              <a:rPr lang="en-US" sz="136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안은 '값' 자체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같은 값이 여러 개면 맨 앞 하나만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돌려주는 값은 None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없는 값이면 ValueError → 먼저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if '어뷰저' in queue: 로 확인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비교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9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30552"/>
                <a:gridCol w="2130552"/>
                <a:gridCol w="21396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pop(i)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remove(x)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del lst[i]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무엇으로 찾나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위치(인덱스)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값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위치(인덱스)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돌려주는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꺼낸 원소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없음 (문장)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없을 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IndexError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ValueError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IndexError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실기 쓰임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cols.pop(-1)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cols.remove('id')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 cols[0]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0050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요약: 값을 '받아서 쓰려면' pop, 그냥 '없애려면' remove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꺼낸 걸 또 지움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pop(1) 로 '유저B' 를 꺼낸 뒤 remove('유저B') → ValueError. 순서를 바꾸거나 in 으로 확인.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remove 결과를 변수에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76600" y="196596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lst.remove('a') → x 는 None. 값이 필요하면 pop 을 쓴다.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안에서 지우기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96596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x in lst: lst.remove(x) 는 원소를 건너뛴다. 새 리스트를 만들거나 복사본으로 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538728"/>
            <a:ext cx="79004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'어뷰저'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queue: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queue.remove(target)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'이미 없음'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정답 라벨 떼어내기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'age'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'income'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'churn'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# df.columns 라고 치자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cols.pop(-1)     # 마지막 열 = 정답(y)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cols           # 나머지 = 입력(X)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'y:'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target)</a:t>
            </a:r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'X:'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features)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032504"/>
            <a:ext cx="4791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y: churn</a:t>
            </a:r>
            <a:endParaRPr lang="en-US" sz="128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['age', 'income', 'score']</a:t>
            </a:r>
            <a:endParaRPr lang="en-US" sz="1282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pop 인가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열 이름을 '받아서' 뒤에 y = df[target] 로 써야 하니까. remove 는 이름을 돌려주지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7차시 (10분) · 확인 퀴즈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조립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 인덱스(맨 앞·맨 뒤·세 번째)와 remove 대상(어뷰저·유저B)을 골라 조립.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예측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76600" y="187452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남는 큐를 종이에 적어 보기.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확인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874520"/>
            <a:ext cx="259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차트에서 주황 = pop 으로 꺼냄, 빨강 = remove 로 삭제.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[5, 6, 7]; v = lst.pop(0); v 와 lst 는?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v = 5, lst = [6, 7]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[1, 2, 1]; lst.remove(1); lst 는?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[2, 1] — 맨 앞 하나만 지운다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필요하면 pop, 없애기만 하면 remove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pop(i) — 위치로 꺼내고 그 값을 돌려준다. -1 은 맨 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remove(x) — 값으로 찾아 맨 앞 하나를 지운다. None 을 돌려준다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 remove → ValueError. 먼저 if x in lst 로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target = cols.pop(-1) 로 정답 열 분리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 → 8차시 for / while vs break — 반복 루프와 탈출 조건문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2026-09-21T01:45:25Z</dcterms:created>
  <dcterms:modified xsi:type="dcterms:W3CDTF">2026-09-21T01:45:25Z</dcterms:modified>
</cp:coreProperties>
</file>