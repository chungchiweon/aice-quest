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컴퓨터는 글자인지 숫자인지 모르면 멍때린다. 오늘은 '보여주기'와 '확인하기' 두 동작.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끝에서 본 '100100' 사고를 해결하는 차시.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평균 = 총합 / 개수. 판다스 mean() 의 속을 보는 차시.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8차시 반복문의 재료. range 의 세 파라미터를 오늘 확실히.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가 데이터를 분류(Classification)하는 원리를 손으로 해 보는 차시.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1~5차시 · 출력과 자료형 · 숫자 변환 · 합과 개수 · 범위와 순번 · 조건문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564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if-elif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 1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출력과 자료형 검사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·  type()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출력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정수와 소수점 변환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  ·  float()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수치형 변환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총합과 개수 측정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 ·  len()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공식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범위 생성과 순번 매기기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range()  ·  enumerate()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 반복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조건문과 다중 분기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if-elif  ·  else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 범주화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출력과 자료형 검사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내보내는 print, 종류를 확인하는 type — 개발자의 평생 짝꿍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 확인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한 단계마다 print(df.shape) 로 행·열 수를 찍어 본다. 실기 정답 코드의 절반은 print 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진단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type(x) 로 글자인지 숫자인지 먼저 본다. '100' 과 100 은 다른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숫자처럼 보이는데 글자(str)인 데이터로 계산하면 '100' + '100' = '100100'. 에러조차 안 나고 조용히 틀린다. type 으로 잡는다.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print() — 화면에 보여준다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 도전자 홍길동'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'도전자:'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'도전자:'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name, sep=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'도전자:'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name, end=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'!\n'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도전자: AI 도전자 홍길동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도전자:-AI 도전자 홍길동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도전자: AI 도전자 홍길동!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쉼표로 여러 개를 한 줄에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sep = 사이에 끼울 기호 (기본은 띄어쓰기)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end = 끝에 붙일 기호 (기본은 줄바꿈 \n)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따옴표 안은 글자 그대로, 밖은 변수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type() — 무슨 종류인지 알려준다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(3.14))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([1, 2, 3]))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'list'&gt;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'bool'&gt;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가지만 외우기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 글자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 정수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 소수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목록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bool 참/거짓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따옴표가 있으면 무조건 str.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100, 다른 종류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100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a)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'100100'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 + b)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(a))  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pPr indent="0" marL="0">
              <a:lnSpc>
                <a:spcPct val="115000"/>
              </a:lnSpc>
              <a:buNone/>
            </a:pPr>
            <a:endParaRPr lang="en-US" sz="15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(b))  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pPr indent="0" marL="0">
              <a:lnSpc>
                <a:spcPct val="115000"/>
              </a:lnSpc>
              <a:buNone/>
            </a:pPr>
            <a:endParaRPr lang="en-US" sz="15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== b)   </a:t>
            </a:r>
            <a:pPr indent="0" marL="0">
              <a:lnSpc>
                <a:spcPct val="115000"/>
              </a:lnSpc>
              <a:buNone/>
            </a:pPr>
            <a:r>
              <a:rPr lang="en-US" sz="150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504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100 은 '이어 붙이기'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가 덧셈이 아니라 연결이 된다. 에러가 안 나서 더 위험하다.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100 은 '더하기'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657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계산하려면 숫자여야 한다. 다음 차시에서 글자를 숫자로 바꾸는 int·float 를 배운다.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 짝 안 맞음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print('안녕) → SyntaxError. 여는 따옴표와 닫는 따옴표는 같은 종류로.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변수를 따옴표 안에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print('name') 은 글자 name 을 찍는다. 변수 값을 찍으려면 print(name).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Print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파이썬은 대소문자를 구분한다. Print, PRINT 는 없는 이름 → NameError.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'홍길동'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(name)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홍길동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단계마다 찍어서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'85'</a:t>
            </a:r>
            <a:pPr indent="0" marL="0">
              <a:lnSpc>
                <a:spcPct val="115000"/>
              </a:lnSpc>
              <a:buNone/>
            </a:pPr>
            <a:endParaRPr lang="en-US" sz="12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'원본:'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raw, </a:t>
            </a:r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(raw))       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들어온 게 뭔지</a:t>
            </a:r>
            <a:pPr indent="0" marL="0">
              <a:lnSpc>
                <a:spcPct val="115000"/>
              </a:lnSpc>
              <a:buNone/>
            </a:pPr>
            <a:endParaRPr lang="en-US" sz="12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</a:t>
            </a:r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(raw)</a:t>
            </a:r>
            <a:pPr indent="0" marL="0">
              <a:lnSpc>
                <a:spcPct val="115000"/>
              </a:lnSpc>
              <a:buNone/>
            </a:pPr>
            <a:endParaRPr lang="en-US" sz="12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'변환:'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value, </a:t>
            </a:r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(value))   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바꾼 게 맞는지</a:t>
            </a:r>
            <a:pPr indent="0" marL="0">
              <a:lnSpc>
                <a:spcPct val="115000"/>
              </a:lnSpc>
              <a:buNone/>
            </a:pPr>
            <a:endParaRPr lang="en-US" sz="12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'계산:'</a:t>
            </a:r>
            <a:pPr indent="0" marL="0">
              <a:lnSpc>
                <a:spcPct val="115000"/>
              </a:lnSpc>
              <a:buNone/>
            </a:pPr>
            <a:r>
              <a:rPr lang="en-US" sz="121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value + 15)</a:t>
            </a:r>
            <a:endParaRPr lang="en-US" sz="1213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원본: 85 &lt;class 'str'&gt;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변환: 85 &lt;class 'int'&gt;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계산: 100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하나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채점은 결과만 본다. 중간에 어디서 틀렸는지는 print 로 내가 찾아야 한다.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값과 type 을 나란히 찍는 습관이 시간을 아낀다.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「print() 기본 문장 생성」 버튼 → 닉네임을 sep·end 와 함께 찍고 type 을 확인하는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닉네임을 바꾸고, sep(- ★ : /)과 end(! 完 ^^) 를 골라 「파라미터 적용」. 출력 줄이 어떻게 달라질지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터미널에 실제 출력 두 줄이 찍히고, print 가 찍은 글자 수 막대가 뜬다. sep·end 를 바꾸면 막대가 변한다.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print('a', 'b', sep='-') 의 출력은?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a-b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type('3.14') 는 float 인가?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아니오 — 따옴표가 있으니 str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로 보여주고, type 으로 확인한다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print(a, b, sep=, end=) — 쉼표로 여러 개, sep 은 사이, end 는 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type(x) — str · int · float · list · bool 다섯 가지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따옴표가 있으면 글자. '100' + '100' 은 '100100'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습관: 단계마다 print(값, type(값))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2차시 int() vs float() — 글자를 숫자로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정수와 소수점 변환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'100' 을 계산 가능한 숫자로 — 딱딱한 int, 둥둥 뜨는 float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입력값을 숫자로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에서 읽은 '85' 는 글자다. int('85') 로 바꿔야 평균을 낼 수 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맞추기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나눗셈·비율은 float. 개수·순번은 int. 모델은 대부분 float 를 받는다.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int('3.5') 는 ValueError 로 죽는다. 소수점이 있는 글자는 float 로 먼저 바꾸고, 정수가 필요하면 int(float('3.5')) 두 단계.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int() — 소수점 없는 정수로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raw_val =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'85'</a:t>
            </a:r>
            <a:pPr indent="0" marL="0">
              <a:lnSpc>
                <a:spcPct val="115000"/>
              </a:lnSpc>
              <a:buNone/>
            </a:pPr>
            <a:endParaRPr lang="en-US" sz="12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int_val = 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(raw_val)</a:t>
            </a:r>
            <a:pPr indent="0" marL="0">
              <a:lnSpc>
                <a:spcPct val="115000"/>
              </a:lnSpc>
              <a:buNone/>
            </a:pPr>
            <a:endParaRPr lang="en-US" sz="12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(int_val + 15)     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</a:t>
            </a:r>
            <a:pPr indent="0" marL="0">
              <a:lnSpc>
                <a:spcPct val="115000"/>
              </a:lnSpc>
              <a:buNone/>
            </a:pPr>
            <a:endParaRPr lang="en-US" sz="12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4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(3.99))         </a:t>
            </a:r>
            <a:pPr indent="0" marL="0">
              <a:lnSpc>
                <a:spcPct val="115000"/>
              </a:lnSpc>
              <a:buNone/>
            </a:pPr>
            <a:r>
              <a:rPr lang="en-US" sz="124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← 반올림이 아니라 버림</a:t>
            </a:r>
            <a:endParaRPr lang="en-US" sz="1245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→ 정수: int('85')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소수 → 정수: int(3.99) 는 3 (버림)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반올림은 round(3.99) → 4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int('3.5') 는 에러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float() — 소수점이 있는 실수로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raw_val = 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'85'</a:t>
            </a:r>
            <a:pPr indent="0" marL="0">
              <a:lnSpc>
                <a:spcPct val="115000"/>
              </a:lnSpc>
              <a:buNone/>
            </a:pPr>
            <a:endParaRPr lang="en-US" sz="11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float_val = </a:t>
            </a:r>
            <a:pPr indent="0" marL="0">
              <a:lnSpc>
                <a:spcPct val="115000"/>
              </a:lnSpc>
              <a:buNone/>
            </a:pPr>
            <a:r>
              <a:rPr lang="en-US" sz="11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(raw_val) + 0.5</a:t>
            </a:r>
            <a:pPr indent="0" marL="0">
              <a:lnSpc>
                <a:spcPct val="115000"/>
              </a:lnSpc>
              <a:buNone/>
            </a:pPr>
            <a:endParaRPr lang="en-US" sz="11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(float_val)         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85.5</a:t>
            </a:r>
            <a:pPr indent="0" marL="0">
              <a:lnSpc>
                <a:spcPct val="115000"/>
              </a:lnSpc>
              <a:buNone/>
            </a:pPr>
            <a:endParaRPr lang="en-US" sz="11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'3.5'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 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3.5</a:t>
            </a:r>
            <a:pPr indent="0" marL="0">
              <a:lnSpc>
                <a:spcPct val="115000"/>
              </a:lnSpc>
              <a:buNone/>
            </a:pPr>
            <a:endParaRPr lang="en-US" sz="11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 / 4)            </a:t>
            </a:r>
            <a:pPr indent="0" marL="0">
              <a:lnSpc>
                <a:spcPct val="115000"/>
              </a:lnSpc>
              <a:buNone/>
            </a:pPr>
            <a:r>
              <a:rPr lang="en-US" sz="119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2.5  ← 나눗셈은 항상 float</a:t>
            </a:r>
            <a:endParaRPr lang="en-US" sz="1199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85.5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→ 실수: float('3.5')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정수 → 실수: float(85) 는 85.0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 나눗셈 결과는 언제나 float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// 는 몫(정수), % 는 나머지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원시값 → int → float, 나란히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raw_val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'85'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int_val =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(raw_val)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float_val =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(raw_val) + 0.5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'정수 변환:'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int_val,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'소수 변환:'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float_val)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(raw_val),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(int_val),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(float_val))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7530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정수 변환: 85 소수 변환: 85.5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 &lt;class 'int'&gt; &lt;class 'float'&gt;</a:t>
            </a:r>
            <a:endParaRPr lang="en-US" sz="761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2차시 STEP 1 에서 조립되는 코드가 이것이다. 원시값을 고르고 가산 소수를 바꾸면 세 막대가 어떻게 변하는지 본다.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int('3.5')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소수점 글자는 int 로 바로 못 바꾼다. float 로 먼저 → int(float('3.5')) = 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 는 반올림이 아니다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int(3.99) = 3. 반올림은 round(). 점수 계산에서 1점이 사라진다.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아닌 글자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int('85점') → ValueError. 단위·공백을 먼저 떼야 한다: int('85점'.replace('점', '')).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'3.5'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(round(3.5), round(3.49))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문자 열을 숫자 열로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'80'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'90'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'75'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CSV 에서 읽으면 이렇게 글자로 온다</a:t>
            </a:r>
            <a:pPr indent="0" marL="0">
              <a:lnSpc>
                <a:spcPct val="115000"/>
              </a:lnSpc>
              <a:buNone/>
            </a:pPr>
            <a:endParaRPr lang="en-US" sz="9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[]</a:t>
            </a:r>
            <a:pPr indent="0" marL="0">
              <a:lnSpc>
                <a:spcPct val="115000"/>
              </a:lnSpc>
              <a:buNone/>
            </a:pPr>
            <a:endParaRPr lang="en-US" sz="9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lnSpc>
                <a:spcPct val="115000"/>
              </a:lnSpc>
              <a:buNone/>
            </a:pPr>
            <a:r>
              <a:rPr lang="en-US" sz="9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scores:</a:t>
            </a:r>
            <a:pPr indent="0" marL="0">
              <a:lnSpc>
                <a:spcPct val="115000"/>
              </a:lnSpc>
              <a:buNone/>
            </a:pPr>
            <a:endParaRPr lang="en-US" sz="9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nums.append(</a:t>
            </a:r>
            <a:pPr indent="0" marL="0">
              <a:lnSpc>
                <a:spcPct val="115000"/>
              </a:lnSpc>
              <a:buNone/>
            </a:pPr>
            <a:r>
              <a:rPr lang="en-US" sz="9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(s))</a:t>
            </a:r>
            <a:pPr indent="0" marL="0">
              <a:lnSpc>
                <a:spcPct val="115000"/>
              </a:lnSpc>
              <a:buNone/>
            </a:pPr>
            <a:endParaRPr lang="en-US" sz="9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(nums, </a:t>
            </a:r>
            <a:pPr indent="0" marL="0">
              <a:lnSpc>
                <a:spcPct val="115000"/>
              </a:lnSpc>
              <a:buNone/>
            </a:pPr>
            <a:r>
              <a:rPr lang="en-US" sz="9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9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(nums))</a:t>
            </a:r>
            <a:endParaRPr lang="en-US" sz="901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[80, 90, 75] 245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8803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판다스에서는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df['score'] = df['score'].astype(int)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열 전체를 바꾼다. 원리는 오늘 배운 int 와 같다.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「형변환 기본 연산식 조립」 버튼 → 원시 글자 값을 int 와 float 로 바꿔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원시값(85·100·45·60)과 가산 소수(0.1~0.9)를 고르고 「파라미터 적용」. float 결과가 몇이 될지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원시값 · int · float 세 막대. float 막대만 가산 소수만큼 높다.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int('7.9') 의 결과는?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ValueError — float('7.9') 로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int(7.9) 와 round(7.9) 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7 과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계산하려면 숫자여야 한다 — int 와 float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int('85') — 글자를 정수로. int(3.99) 는 3 (버림)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float('3.5') — 글자를 실수로. 나눗셈 결과는 항상 float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int('3.5') 는 에러 — float 를 거친다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반복문 안 nums.append(int(s)), 판다스는 astype(int)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3차시 sum() vs len() — 총합과 개수로 평균 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총합과 개수 측정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총점을 사람 수로 나누면 평균 — sum 과 len 한 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계산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 = sum(data) / len(data). 판다스 mean() 이 속으로 하는 일이 이것.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크기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len(df) 는 행 수. 분할·삭제 뒤에 몇 개 남았는지 len 으로 센다.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리스트의 평균 → len 이 0 이라 ZeroDivisionError. 결측치를 다 지운 뒤 평균을 내면 자주 터진다. 개수를 먼저 확인.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sum() — 몽땅 더한다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[80, 90, 75, 95]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'총점:'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([1.5, 2.5]))      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소수도 된다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     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글자는 에러</a:t>
            </a:r>
            <a:endParaRPr lang="en-US" sz="1554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총점: 340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unsupported operand …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리스트(숫자) 를 받아 합을 돌려준다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글자 리스트는 못 더한다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2차시 int 변환이 먼저인 이유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len() — 알맹이 개수를 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[80, 90, 75, 95]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(scores))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 ← 글자 수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([]))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리스트·글자·표 무엇이든 '몇 개' 를 센다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것은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len(df) 는 행 수, len(df.columns) 는 열 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공식 — 앱 3차시 코드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[80, 90, 75, 95]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</a:t>
            </a:r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total / count</a:t>
            </a:r>
            <a:pPr indent="0" marL="0">
              <a:lnSpc>
                <a:spcPct val="115000"/>
              </a:lnSpc>
              <a:buNone/>
            </a:pPr>
            <a:endParaRPr lang="en-US" sz="107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f'총점: {total}, 개수: {count}, 평균: {average:.1f}'</a:t>
            </a:r>
            <a:pPr indent="0" marL="0">
              <a:lnSpc>
                <a:spcPct val="115000"/>
              </a:lnSpc>
              <a:buNone/>
            </a:pPr>
            <a:r>
              <a:rPr lang="en-US" sz="107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73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총점: 340, 개수: 4, 평균: 85.0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8803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f-string 읽기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f'…{변수}…' — 중괄호 안 변수가 값으로 바뀐다.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{average:.1f} 는 소수 첫째 자리까지.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으로 나누기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리스트는 len 이 0 → ZeroDivisionError. if len(data) &gt; 0: 을 앞에 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섞인 리스트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['80', 90] 처럼 하나라도 글자면 sum 이 TypeError. 전부 int 로 먼저.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 대신 count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 는 '특정 값이 몇 번' 이다. 전체 개수는 len.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 &gt; 0: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 /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(data))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'데이터 없음'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판다스 mean() 과 같은 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5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[80, 90, 75, 95]})</a:t>
            </a:r>
            <a:pPr indent="0" marL="0">
              <a:lnSpc>
                <a:spcPct val="115000"/>
              </a:lnSpc>
              <a:buNone/>
            </a:pPr>
            <a:endParaRPr lang="en-US" sz="1056" dirty="0"/>
          </a:p>
          <a:p>
            <a:pPr indent="0" marL="0">
              <a:lnSpc>
                <a:spcPct val="115000"/>
              </a:lnSpc>
              <a:buNone/>
            </a:pPr>
            <a:endParaRPr lang="en-US" sz="105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/ </a:t>
            </a:r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  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85.0  직접</a:t>
            </a:r>
            <a:pPr indent="0" marL="0">
              <a:lnSpc>
                <a:spcPct val="115000"/>
              </a:lnSpc>
              <a:buNone/>
            </a:pPr>
            <a:endParaRPr lang="en-US" sz="105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5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85.0  판다스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85.0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둘 다 아나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실기에서는 mean() 을 쓴다. 하지만 결측치가 섞이면 mean() 은 자동으로 빼고 계산하고, sum/len 은 NaN 이 된다. 차이를 알아야 결측치 차시가 이해된다.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3차시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「sum() &amp; len() 평균 공식 조립」 버튼 → 점수 네 개의 총점·개수·평균을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시험 보너스 점수(50~100)를 슬라이더로 정하고 「파라미터 적용」. 평균이 오를지 내릴지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점수 막대 네 개와 빨간 평균선(sum ÷ len). 보너스를 50 으로 내리면 선이 얼마로 내려오는지 확인.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sum([1, 2, 3]) / len([1, 2, 3]) 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2.0 (나눗셈이라 float)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len('AICE') 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= sum ÷ len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sum(리스트) — 숫자만 더한다. 글자가 섞이면 에러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len(무엇이든) — 개수. 빈 것은 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리스트 평균은 ZeroDivisionError — len 먼저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df['열'].mean() 이 같은 일을 한다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4차시 range() vs enumerate() — 범위 만들기와 순번 붙이기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범위 생성과 순번 매기기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1부터 100까지 손으로 안 친다 — range 로 뽑고 enumerate 로 번호표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 반복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epoch in range(1, 11): — 딥러닝 학습 10회. range 가 없으면 반복문이 없다.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+ 값 동시에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i, col in enumerate(df.columns): — 몇 번째 열인지와 열 이름을 같이 받는다.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range(1, 10) 은 9까지다. 끝 숫자는 빠진다. '10번 돌렸는데 9번만 돈다' 의 원인 1위.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range(start, stop, step) — 숫자를 뽑는다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(list(</a:t>
            </a:r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(5)))          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1, 2, 3, 4]</a:t>
            </a:r>
            <a:pPr indent="0" marL="0">
              <a:lnSpc>
                <a:spcPct val="115000"/>
              </a:lnSpc>
              <a:buNone/>
            </a:pPr>
            <a:endParaRPr lang="en-US" sz="12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(list(</a:t>
            </a:r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6)))       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5]</a:t>
            </a:r>
            <a:pPr indent="0" marL="0">
              <a:lnSpc>
                <a:spcPct val="115000"/>
              </a:lnSpc>
              <a:buNone/>
            </a:pPr>
            <a:endParaRPr lang="en-US" sz="12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(list(</a:t>
            </a:r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10, 3)))   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4, 7]</a:t>
            </a:r>
            <a:pPr indent="0" marL="0">
              <a:lnSpc>
                <a:spcPct val="115000"/>
              </a:lnSpc>
              <a:buNone/>
            </a:pPr>
            <a:endParaRPr lang="en-US" sz="12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(list(</a:t>
            </a:r>
            <a:pPr indent="0" marL="0">
              <a:lnSpc>
                <a:spcPct val="115000"/>
              </a:lnSpc>
              <a:buNone/>
            </a:pPr>
            <a:r>
              <a:rPr lang="en-US" sz="12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0, -2)))  </a:t>
            </a:r>
            <a:pPr indent="0" marL="0">
              <a:lnSpc>
                <a:spcPct val="115000"/>
              </a:lnSpc>
              <a:buNone/>
            </a:pPr>
            <a:r>
              <a:rPr lang="en-US" sz="125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[10, 8, 6, 4, 2]</a:t>
            </a:r>
            <a:endParaRPr lang="en-US" sz="1253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9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5]</a:t>
            </a:r>
            <a:endParaRPr lang="en-US" sz="9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4, 7]</a:t>
            </a:r>
            <a:endParaRPr lang="en-US" sz="9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8, 6, 4, 2]</a:t>
            </a:r>
            <a:endParaRPr lang="en-US" sz="95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하나만 쓰면 0부터 그 앞까지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둘이면 start 부터 stop 앞까지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셋째는 간격(step). 음수면 거꾸로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stop 은 절대 포함 안 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enumerate() — 번호표를 붙여 준다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= [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'롤'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'배그'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'발로란트'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'오버워치'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4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idx, item </a:t>
            </a:r>
            <a:pPr indent="0" marL="0">
              <a:lnSpc>
                <a:spcPct val="115000"/>
              </a:lnSpc>
              <a:buNone/>
            </a:pPr>
            <a:r>
              <a:rPr lang="en-US" sz="14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(items, start=1):</a:t>
            </a:r>
            <a:pPr indent="0" marL="0">
              <a:lnSpc>
                <a:spcPct val="115000"/>
              </a:lnSpc>
              <a:buNone/>
            </a:pPr>
            <a:endParaRPr lang="en-US" sz="14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f'{idx}위 종목: {item}'</a:t>
            </a:r>
            <a:pPr indent="0" marL="0">
              <a:lnSpc>
                <a:spcPct val="115000"/>
              </a:lnSpc>
              <a:buNone/>
            </a:pPr>
            <a:r>
              <a:rPr lang="en-US" sz="14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27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92424"/>
            <a:ext cx="47914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1위 종목: 롤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2위 종목: 배그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3위 종목: 발로란트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4위 종목: 오버워치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(번호, 값) 두 개를 한꺼번에 받는다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start= 로 첫 번호를 정한다 (기본 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번호는 항상 1씩 — step 은 없다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순번이 필요한 반복은 전부 enumerate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와 enumerate 는 하는 일이 다르다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숫자만 필요할 때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4):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목록의 값 + 순번이 필요할 때</a:t>
            </a:r>
            <a:pPr indent="0" marL="0">
              <a:lnSpc>
                <a:spcPct val="115000"/>
              </a:lnSpc>
              <a:buNone/>
            </a:pPr>
            <a:endParaRPr lang="en-US" sz="137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x </a:t>
            </a:r>
            <a:pPr indent="0" marL="0">
              <a:lnSpc>
                <a:spcPct val="115000"/>
              </a:lnSpc>
              <a:buNone/>
            </a:pPr>
            <a:r>
              <a:rPr lang="en-US" sz="137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7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pPr indent="0" marL="0">
              <a:lnSpc>
                <a:spcPct val="115000"/>
              </a:lnSpc>
              <a:buNone/>
            </a:pPr>
            <a:endParaRPr lang="en-US" sz="137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7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(i, x)     </a:t>
            </a:r>
            <a:pPr indent="0" marL="0">
              <a:lnSpc>
                <a:spcPct val="115000"/>
              </a:lnSpc>
              <a:buNone/>
            </a:pPr>
            <a:r>
              <a:rPr lang="en-US" sz="137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a / 1 b</a:t>
            </a:r>
            <a:endParaRPr lang="en-US" sz="1371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= 숫자 공장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start·stop·step 을 내가 정한다. 에포크, 횟수, 인덱스 번호.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1089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 = 번호표 기계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657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목록에 0, 1, 2… 를 붙여 준다. start 만 정할 수 있다.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숫자 포함이라 착각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range(1, 10) 은 9까지. 10까지 원하면 range(1, 11).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에 소수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range(0, 1, 0.1) 은 TypeError. 정수만 된다. 소수 간격은 넘파이 np.arange.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 순서 바꿈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item, idx in enumerate(…) 라고 쓰면 이름만 바뀐 것. 첫 번째가 번호, 두 번째가 값.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11):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~ 10, 열 번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idx, x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idx 가 번호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열 번호와 이름을 같이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'income'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'churn'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4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col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(cols):</a:t>
            </a:r>
            <a:pPr indent="0" marL="0">
              <a:lnSpc>
                <a:spcPct val="115000"/>
              </a:lnSpc>
              <a:buNone/>
            </a:pPr>
            <a:endParaRPr lang="en-US" sz="14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(i, col)</a:t>
            </a:r>
            <a:pPr indent="0" marL="0">
              <a:lnSpc>
                <a:spcPct val="115000"/>
              </a:lnSpc>
              <a:buNone/>
            </a:pPr>
            <a:endParaRPr lang="en-US" sz="1461" dirty="0"/>
          </a:p>
          <a:p>
            <a:pPr indent="0" marL="0">
              <a:lnSpc>
                <a:spcPct val="115000"/>
              </a:lnSpc>
              <a:buNone/>
            </a:pPr>
            <a:endParaRPr lang="en-US" sz="14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4):</a:t>
            </a:r>
            <a:pPr indent="0" marL="0">
              <a:lnSpc>
                <a:spcPct val="115000"/>
              </a:lnSpc>
              <a:buNone/>
            </a:pPr>
            <a:endParaRPr lang="en-US" sz="14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6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f'epoch {epoch}/3 학습 중'</a:t>
            </a:r>
            <a:pPr indent="0" marL="0">
              <a:lnSpc>
                <a:spcPct val="115000"/>
              </a:lnSpc>
              <a:buNone/>
            </a:pPr>
            <a:r>
              <a:rPr lang="en-US" sz="146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61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66744"/>
            <a:ext cx="4791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age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income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score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churn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1/3 학습 중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2/3 학습 중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3/3 학습 중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다시 나오나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반복문·break 가 range 위에서 돈다.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45차시 딥러닝 에포크가 정확히 이 모양이다.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4차시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「range &amp; enumerate 루프 조립」 버튼 → 종목 4개에 순번을 붙이는 enumerate 문과 range 문이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 시작 번호표(1·0·10)와 반복 증가 간격(1~3)을 고르고 「파라미터 적용」. enumerate 줄과 range 줄 중 어느 게 바뀌는지 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진한 막대 = enumerate 순번(1씩), 연한 막대 = range 값(step씩). step 을 3 으로 올리면 연한 막대만 벌어진다.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list(range(2, 8, 2)) 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[2, 4, 6]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enumerate(['x','y'], start=5) 의 첫 번호는?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는 숫자를 만들고, enumerate 는 번호표를 붙인다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range(start, stop, step) — stop 은 빠진다. 정수만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enumerate(목록, start=) — (번호, 값) 쌍. 번호는 1씩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10번 돌리려면 range(1, 11) 또는 range(10)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for epoch in range(n), for i, col in enumerate(cols)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5차시 if-elif vs else — 조건에 따라 갈라지기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조건문과 다중 분기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90점 이상은 다이아, 70점은 골드, 나머지는 브론즈 — 분류의 첫걸음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if-elif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 만들기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→ 등급, 나이 → 연령대. 커트라인으로 데이터를 묶는 게 if-elif-else 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모델의 원리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'확률 0.5 이상이면 승리' — 모델이 하는 판정도 결국 if 하나다.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순서를 잘못 쓰면 첫 조건에서 다 걸린다. if score &gt;= 70 을 먼저 쓰면 95점도 GOLD 가 된다. 높은 기준부터.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— 조건이 참이면 실행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85</a:t>
            </a:r>
            <a:pPr indent="0" marL="0">
              <a:lnSpc>
                <a:spcPct val="115000"/>
              </a:lnSpc>
              <a:buNone/>
            </a:pPr>
            <a:endParaRPr lang="en-US" sz="14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9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80:</a:t>
            </a:r>
            <a:pPr indent="0" marL="0">
              <a:lnSpc>
                <a:spcPct val="115000"/>
              </a:lnSpc>
              <a:buNone/>
            </a:pPr>
            <a:endParaRPr lang="en-US" sz="14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9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'합격'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49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9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'끝'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5000"/>
              </a:lnSpc>
              <a:buNone/>
            </a:pPr>
            <a:r>
              <a:rPr lang="en-US" sz="149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들여쓰기 밖 → 항상 실행</a:t>
            </a:r>
            <a:endParaRPr lang="en-US" sz="1497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75304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합격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끝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788920"/>
          </a:xfrm>
          <a:prstGeom prst="roundRect">
            <a:avLst>
              <a:gd name="adj" fmla="val 32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조건 끝에 콜론(:)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실행할 줄은 4칸 들여쓰기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비교: &gt;= &lt;= == != &gt; &lt;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같다는 = 가 아니라 ==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elif · else — 여러 갈래로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85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 (최상위)'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 (우수)'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'BRONZE (기초)'</a:t>
            </a:r>
            <a:pPr indent="0" marL="0">
              <a:lnSpc>
                <a:spcPct val="115000"/>
              </a:lnSpc>
              <a:buNone/>
            </a:pPr>
            <a:endParaRPr lang="en-US" sz="145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'최종 판정 티어:'</a:t>
            </a:r>
            <a:pPr indent="0" marL="0">
              <a:lnSpc>
                <a:spcPct val="115000"/>
              </a:lnSpc>
              <a:buNone/>
            </a:pPr>
            <a:r>
              <a:rPr lang="en-US" sz="145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tier)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21538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최종 판정 티어: GOLD (우수)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위에서부터 차례로 검사, 처음 참인 곳 하나만 실행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elif 는 몇 개든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else 는 '나머지 전부', 조건 없음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85 는 90 미만이라 두 번째로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답을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95</a:t>
            </a:r>
            <a:pPr indent="0" marL="0">
              <a:lnSpc>
                <a:spcPct val="115000"/>
              </a:lnSpc>
              <a:buNone/>
            </a:pPr>
            <a:endParaRPr lang="en-US" sz="131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       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먼저 걸린다</a:t>
            </a:r>
            <a:pPr indent="0" marL="0">
              <a:lnSpc>
                <a:spcPct val="115000"/>
              </a:lnSpc>
              <a:buNone/>
            </a:pPr>
            <a:endParaRPr lang="en-US" sz="131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'GOLD'</a:t>
            </a:r>
            <a:pPr indent="0" marL="0">
              <a:lnSpc>
                <a:spcPct val="115000"/>
              </a:lnSpc>
              <a:buNone/>
            </a:pPr>
            <a:endParaRPr lang="en-US" sz="131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     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여기 못 온다</a:t>
            </a:r>
            <a:pPr indent="0" marL="0">
              <a:lnSpc>
                <a:spcPct val="115000"/>
              </a:lnSpc>
              <a:buNone/>
            </a:pPr>
            <a:endParaRPr lang="en-US" sz="131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'CHALLENGER'</a:t>
            </a:r>
            <a:pPr indent="0" marL="0">
              <a:lnSpc>
                <a:spcPct val="115000"/>
              </a:lnSpc>
              <a:buNone/>
            </a:pPr>
            <a:endParaRPr lang="en-US" sz="131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1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(tier)           </a:t>
            </a:r>
            <a:pPr indent="0" marL="0">
              <a:lnSpc>
                <a:spcPct val="115000"/>
              </a:lnSpc>
              <a:buNone/>
            </a:pPr>
            <a:r>
              <a:rPr lang="en-US" sz="131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  ← 틀림</a:t>
            </a:r>
            <a:endParaRPr lang="en-US" sz="1317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95</a:t>
            </a:r>
            <a:pPr indent="0" marL="0">
              <a:lnSpc>
                <a:spcPct val="115000"/>
              </a:lnSpc>
              <a:buNone/>
            </a:pPr>
            <a:endParaRPr lang="en-US" sz="12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       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높은 기준 먼저</a:t>
            </a:r>
            <a:pPr indent="0" marL="0">
              <a:lnSpc>
                <a:spcPct val="115000"/>
              </a:lnSpc>
              <a:buNone/>
            </a:pPr>
            <a:endParaRPr lang="en-US" sz="12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'CHALLENGER'</a:t>
            </a:r>
            <a:pPr indent="0" marL="0">
              <a:lnSpc>
                <a:spcPct val="115000"/>
              </a:lnSpc>
              <a:buNone/>
            </a:pPr>
            <a:endParaRPr lang="en-US" sz="12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</a:t>
            </a:r>
            <a:pPr indent="0" marL="0">
              <a:lnSpc>
                <a:spcPct val="115000"/>
              </a:lnSpc>
              <a:buNone/>
            </a:pPr>
            <a:endParaRPr lang="en-US" sz="12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 = 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'GOLD'</a:t>
            </a:r>
            <a:pPr indent="0" marL="0">
              <a:lnSpc>
                <a:spcPct val="115000"/>
              </a:lnSpc>
              <a:buNone/>
            </a:pPr>
            <a:endParaRPr lang="en-US" sz="12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(tier)           </a:t>
            </a:r>
            <a:pPr indent="0" marL="0">
              <a:lnSpc>
                <a:spcPct val="115000"/>
              </a:lnSpc>
              <a:buNone/>
            </a:pPr>
            <a:r>
              <a:rPr lang="en-US" sz="12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CHALLENGER</a:t>
            </a:r>
            <a:endParaRPr lang="en-US" sz="1288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3977640" cy="68580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기준이 먼저 → 다 거기서 멈춤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3977640"/>
            <a:ext cx="3977640" cy="6858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기준부터 내려온다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과 == 혼동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score = 90: 은 SyntaxError. 비교는 == 두 개. 하나는 '넣어라'.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콜론·들여쓰기 누락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score &gt;= 90 (콜론 없음) → 에러. 아래 줄 들여쓰기 없음 → 항상 실행.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else 에 조건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else score &lt; 70: 은 에러. else 는 조건이 없다. 조건이 있으면 elif.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== 90: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비교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대입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조건 없음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등급 열 만들기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to_tier(score):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'CHALLENGER'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'GOLD'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6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'BRONZE'</a:t>
            </a:r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endParaRPr lang="en-US" sz="146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'tier'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46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].apply(to_tier)</a:t>
            </a:r>
            <a:endParaRPr lang="en-US" sz="1465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9차시에서 완성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if-elif-else 를 함수(def)로 싸서 apply 에 넘기면 열 전체가 등급으로 바뀐다. 실기 파생변수 문제의 정석.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if-elif-else 세 줄의 순서만 정확히. def 와 apply 는 9차시.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5차시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「조건 분기 티어 판정기 조립」 버튼 → 점수를 세 등급으로 나누는 if-elif-else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점수(30~100)와 커트라인 두 개(if 90·85·80, elif 70·60·50)를 고르고 「파라미터 적용」. 어느 등급이 될지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내 점수 막대와 커트라인 두 줄. 초록 줄(if) 위면 CHALLENGER, 파란 줄(elif) 위면 GOLD. 커트라인을 낮추면 같은 점수가 등급이 오른다.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score=70, if &gt;=90 / elif &gt;=70 / else 이면?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elif 에 걸려 GOLD (70 은 70 이상)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x = 5: 가 안 되는 이유는?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비교는 == 이어야 한다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위에서부터 검사, 처음 참인 곳 하나만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조건: / elif 조건: / else: — 콜론과 들여쓰기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기준부터 쓴다. 낮은 기준이 먼저면 다 거기서 멈춘다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== 는 비교, = 는 대입. else 에는 조건이 없다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함수로 싸서 df['열'].apply(함수) — 9차시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파이썬 기초 2 — 6차시 append() vs extend()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2026-09-21T23:49:17Z</dcterms:created>
  <dcterms:modified xsi:type="dcterms:W3CDTF">2026-09-21T23:49:17Z</dcterms:modified>
</cp:coreProperties>
</file>