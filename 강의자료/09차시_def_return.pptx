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도입: 자판기 비유 — 동전(입력)을 넣으면 콜라(출력). 같은 계산을 100번 하면 함수로 만든다.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정의 함수와 결과 반환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공식을 자판기로 만드는 def, 결과를 뱉어내는 return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11880" y="338328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어소시에이트 실기 · 파이썬 기초 · 흥해공고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배우면 AICE에서 이렇게 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 전체에 내 규칙 적용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df['등급'] = df['점수'].apply(my_func) — 함수를 만들어 두면 판다스가 한 줄씩 넣어 준다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146304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53619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함수 재사용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2024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훈련 데이터와 시험 데이터에 똑같은 전처리 — 함수 하나를 두 번 부른다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18211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막을 사고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566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을 빼먹으면 함수가 None 을 돌려준다. apply 결과 열이 전부 None 이면 십중팔구 이것.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— 규칙에 이름을 붙인다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calculate_price(price, tax_rate=0.1):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tax = price * tax_rate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price + tax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price, tax, total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base, vat, final_price = calculate_price(25000)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f'원가:{base}원, 세금:{vat}원 -&gt; 최종:{final_price}원'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9593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215384"/>
            <a:ext cx="4791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원가:25000원, 세금:2500.0원 -&gt; 최종:27500.0원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3246120"/>
          </a:xfrm>
          <a:prstGeom prst="roundRect">
            <a:avLst>
              <a:gd name="adj" fmla="val 3175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읽기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def 이름(입력들):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안쪽은 들여쓰기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tax_rate=0.1 은 기본값 — 안 주면 0.1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정의만 해선 안 돌아간다. 이름(값) 으로 '불러야' 실행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— 계산 결과를 밖으로 보낸다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3648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grade(score):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'B'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위 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에서 끝났으면 여기 안 옴</a:t>
            </a:r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(grade(95), grade(70))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384962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3977640" cy="2011680"/>
          </a:xfrm>
          <a:prstGeom prst="roundRect">
            <a:avLst>
              <a:gd name="adj" fmla="val 363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73752" y="1481328"/>
            <a:ext cx="364845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grade_bad(score):</a:t>
            </a:r>
            <a:pPr indent="0" marL="0">
              <a:lnSpc>
                <a:spcPct val="115000"/>
              </a:lnSpc>
              <a:buNone/>
            </a:pPr>
            <a:endParaRPr lang="en-US" sz="15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5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15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</a:t>
            </a:r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pPr indent="0" marL="0">
              <a:lnSpc>
                <a:spcPct val="115000"/>
              </a:lnSpc>
              <a:buNone/>
            </a:pPr>
            <a:endParaRPr lang="en-US" sz="15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</a:t>
            </a:r>
            <a:pPr indent="0" marL="0">
              <a:lnSpc>
                <a:spcPct val="115000"/>
              </a:lnSpc>
              <a:buNone/>
            </a:pPr>
            <a:r>
              <a:rPr lang="en-US" sz="15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이 없다!</a:t>
            </a:r>
            <a:pPr indent="0" marL="0">
              <a:lnSpc>
                <a:spcPct val="115000"/>
              </a:lnSpc>
              <a:buNone/>
            </a:pPr>
            <a:endParaRPr lang="en-US" sz="1532" dirty="0"/>
          </a:p>
          <a:p>
            <a:pPr indent="0" marL="0">
              <a:lnSpc>
                <a:spcPct val="115000"/>
              </a:lnSpc>
              <a:buNone/>
            </a:pPr>
            <a:endParaRPr lang="en-US" sz="1532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532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(grade_bad(95))   # </a:t>
            </a:r>
            <a:pPr indent="0" marL="0">
              <a:lnSpc>
                <a:spcPct val="115000"/>
              </a:lnSpc>
              <a:buNone/>
            </a:pPr>
            <a:r>
              <a:rPr lang="en-US" sz="1532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532" dirty="0"/>
          </a:p>
        </p:txBody>
      </p:sp>
      <p:sp>
        <p:nvSpPr>
          <p:cNvPr id="12" name="Shape 10"/>
          <p:cNvSpPr/>
          <p:nvPr/>
        </p:nvSpPr>
        <p:spPr>
          <a:xfrm>
            <a:off x="4709160" y="3520440"/>
            <a:ext cx="3977640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73752" y="359359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873752" y="3849624"/>
            <a:ext cx="3648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FEF2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4622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을 만나는 순간 함수는 끝난다 · return 이 없으면 None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값 돌려주기와 받기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2377440"/>
          </a:xfrm>
          <a:prstGeom prst="roundRect">
            <a:avLst>
              <a:gd name="adj" fmla="val 307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stats(nums):</a:t>
            </a:r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min(nums), max(nums), sum(nums) / 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(nums)</a:t>
            </a:r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lo, hi, avg = stats([80, 90, 75])   # 세 칸으로 받기</a:t>
            </a:r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(lo, hi, avg)</a:t>
            </a:r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stats([80, 90, 75])        # 튜플로 받기</a:t>
            </a:r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(result, result[2])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913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169664"/>
            <a:ext cx="479145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9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75 90 81.66666666666667</a:t>
            </a:r>
            <a:endParaRPr lang="en-US" sz="1009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9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(75, 90, 81.66666666666667) 81.66666666666667</a:t>
            </a:r>
            <a:endParaRPr lang="en-US" sz="1009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80360" cy="3337560"/>
          </a:xfrm>
          <a:prstGeom prst="roundRect">
            <a:avLst>
              <a:gd name="adj" fmla="val 3175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53619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기억할 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1920240"/>
            <a:ext cx="2423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return a, b, c 는 튜플 하나를 돌려준다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받는 쪽 변수 개수를 맞추면 한 번에 풀린다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개수가 다르면 ValueError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9차시 앱 코드의 base, vat, final_price 가 이 형태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AICE 실기 패턴 — apply 로 열 전체에 적용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481328"/>
            <a:ext cx="479145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pandas as pd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pd.DataFrame({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[95, 82, 67]})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to_tier(score):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90: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'CHALLENGER'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score &gt;= 70: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'GOLD'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'BRONZE'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'tier'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'score'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].apply(to_tier)</a:t>
            </a:r>
            <a:pPr indent="0" marL="0">
              <a:lnSpc>
                <a:spcPct val="115000"/>
              </a:lnSpc>
              <a:buNone/>
            </a:pPr>
            <a:endParaRPr lang="en-US" sz="1393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93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393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(df)</a:t>
            </a:r>
            <a:endParaRPr lang="en-US" sz="1393" dirty="0"/>
          </a:p>
        </p:txBody>
      </p:sp>
      <p:sp>
        <p:nvSpPr>
          <p:cNvPr id="7" name="Shape 5"/>
          <p:cNvSpPr/>
          <p:nvPr/>
        </p:nvSpPr>
        <p:spPr>
          <a:xfrm>
            <a:off x="5806440" y="1371600"/>
            <a:ext cx="2880360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71032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971032" y="1700784"/>
            <a:ext cx="255117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score        tier</a:t>
            </a:r>
            <a:endParaRPr lang="en-US" sz="125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    95  CHALLENGER</a:t>
            </a:r>
            <a:endParaRPr lang="en-US" sz="125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   82        GOLD</a:t>
            </a:r>
            <a:endParaRPr lang="en-US" sz="1255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5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 67      BRONZE</a:t>
            </a:r>
            <a:endParaRPr lang="en-US" sz="1255" dirty="0"/>
          </a:p>
        </p:txBody>
      </p:sp>
      <p:sp>
        <p:nvSpPr>
          <p:cNvPr id="10" name="Shape 8"/>
          <p:cNvSpPr/>
          <p:nvPr/>
        </p:nvSpPr>
        <p:spPr>
          <a:xfrm>
            <a:off x="5806440" y="2880360"/>
            <a:ext cx="2880360" cy="1783080"/>
          </a:xfrm>
          <a:prstGeom prst="roundRect">
            <a:avLst>
              <a:gd name="adj" fmla="val 5128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304495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5차시 + 9차시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42900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if-elif-else 로 판정하던 걸 함수로 싸서 apply 에 넘긴다. 실기 파생변수 문제의 정석.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실수 3가지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대신 print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 는 화면에 보여줄 뿐 값을 돌려주지 않는다. apply 에 쓰면 열이 None 으로 찬다.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정의만 하고 안 부름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만 쓰면 아무 일도 안 일어난다. 이름(값) 으로 호출해야 실행.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46304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46304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괄호 빼먹기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96596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df['score'].apply(to_tier()) 처럼 괄호를 붙이면 결과값을 넘기게 됨. 함수 이름만 넘긴다.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554480"/>
          </a:xfrm>
          <a:prstGeom prst="roundRect">
            <a:avLst>
              <a:gd name="adj" fmla="val 4706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" y="3218688"/>
            <a:ext cx="79004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f(x):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 * 2)      # 화면에만 나옴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f(3)</a:t>
            </a:r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(v)              #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— 앱 9차시 (10분) · 확인 퀴즈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955280" y="4754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 코드 소환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87452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「def &amp; return 커스텀 계산기 조립」 버튼 → calculate_price 함수 정의와 호출 코드가 나타난다.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766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52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 파라미터 적용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76600" y="187452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원가(10000·25000·50000)와 세율(0.05~0.20)을 고르고 「파라미터 적용」. 최종 금액을 먼저 암산한다 (원가 × (1+세율)).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0" y="1371600"/>
            <a:ext cx="411480" cy="4114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09600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44640" y="1371600"/>
            <a:ext cx="204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 실행 · 차트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96000" y="1874520"/>
            <a:ext cx="259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「파이프라인 실행」 → 원가 + 세금 = 최종 결제액 막대. 암산과 같은지, 세율을 바꾸면 세금 막대만 변하는지 본다.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154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f(): x = 1  →  print(f()) 의 출력은?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34472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None — return 이 없다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977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a, b 를 받을 때 변수는 몇 개?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42702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답: 2개 (또는 튜플 하나로)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5B4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9차시 정리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로 규칙을 만들고, return 으로 값을 돌려준다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6916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 이름(입력, 기본값=…): — 정의. 호출해야 실행된다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값 — 함수를 끝내고 값을 돌려준다. 없으면 None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0632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return a, b, c — 튜플. 받는 변수 개수를 맞춘다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7490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0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실기 패턴: df['열'].apply(내함수) — 괄호 없이 이름만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18C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차시 → 10차시 reshape — 배열 차원 변형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정지원</dc:creator>
  <cp:lastModifiedBy>정지원</cp:lastModifiedBy>
  <cp:revision>1</cp:revision>
  <dcterms:created xsi:type="dcterms:W3CDTF">2026-09-21T01:59:47Z</dcterms:created>
  <dcterms:modified xsi:type="dcterms:W3CDTF">2026-09-21T01:59:47Z</dcterms:modified>
</cp:coreProperties>
</file>