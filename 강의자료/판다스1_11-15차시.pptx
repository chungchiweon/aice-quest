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시작. 실기 첫 문제는 언제나 read_csv. 마지막 저장에서 index=False 를 빼면 0점 — 이 한 줄이 오늘의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 시작하자마자 head(3). 열 이름과 값의 생김새를 눈으로 확인하는 습관을 오늘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 출력의 Non-Null Count 를 읽는 법이 오늘의 전부. 이걸 읽어야 16~18차시 결측치 처리가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의 75% 와 max 차이로 이상치를 눈치채는 게 오늘의 팁. 29차시 상자그림과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실기에서 가장 많이 틀리는 곳. loc 은 이름·끝 포함, iloc 은 번호·끝 미포함 — 이 두 줄만 남기면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11~15차시 · CSV 읽기와 저장 · 엿보기 · 진단 · 요약과 빈도 · loc/iloc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1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 로드와 결과 저장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  ·  df.to_csv()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문제 100%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vs 하위권 데이터 엿보기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·  df.tail()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직후 훑기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크기와 자료형 진단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·  df.shape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컬럼 특정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요약 통계와 카테고리 빈도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·  value_counts()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눈치채기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인덱싱 vs 컴퓨터 번호 슬라이싱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df.loc[]  ·  df.iloc[]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df.iloc[:, :-1]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 로드와 결과 저장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하드디스크의 표를 메모리로 읽고, 작업 뒤 index=False 로 깨끗하게 저장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1번 문제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pd.read_csv('data.csv') — 시험지 첫 줄. 이게 안 되면 뒤가 전부 0점.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df.to_csv('result.csv', index=False) — 정제한 표를 파일로. 채점기는 이 파일을 읽는다.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index=False 를 빼면 0, 1, 2… 순번 열이 파일에 같이 저장된다. 다음에 읽으면 'Unnamed: 0' 이라는 쓸모없는 열이 생기고, 채점기는 열 개수가 다르다고 0점 처리한다.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pd.read_csv() — 파일을 표(DataFrame)로 읽는다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'lol_ranked_games.csv'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encoding=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(df))</a:t>
            </a:r>
            <a:pPr indent="0" marL="0">
              <a:lnSpc>
                <a:spcPct val="115000"/>
              </a:lnSpc>
              <a:buNone/>
            </a:pPr>
            <a:endParaRPr lang="en-US" sz="10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(df.shape)       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(행, 열)</a:t>
            </a:r>
            <a:pPr indent="0" marL="0">
              <a:lnSpc>
                <a:spcPct val="115000"/>
              </a:lnSpc>
              <a:buNone/>
            </a:pPr>
            <a:endParaRPr lang="en-US" sz="10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(df.head(3))</a:t>
            </a:r>
            <a:endParaRPr lang="en-US" sz="1058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'pandas.core.frame.DataFrame'&gt;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(1000, 6)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티어  승률  KDA  골드획득량  CS점수  피해량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골드  58  3.2   12400   210  18500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실버  47  2.1    9800   160  14200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골드  61  3.8   13100   230  19900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import pandas as pd 가 첫 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이름은 따옴표 안, 확장자까지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encoding='utf-8' 이 기본. 한글이 깨지면 'cp949'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결과는 DataFrame — 행·열이 있는 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읽자마자 shape 와 head 로 확인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df.to_csv() — 표를 파일로 저장한다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'result_clean.csv'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index=</a:t>
            </a:r>
            <a:pPr indent="0" marL="0">
              <a:lnSpc>
                <a:spcPct val="115000"/>
              </a:lnSpc>
              <a:buNone/>
            </a:pPr>
            <a:r>
              <a:rPr lang="en-US" sz="10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순번 열 제외</a:t>
            </a:r>
            <a:pPr indent="0" marL="0">
              <a:lnSpc>
                <a:spcPct val="115000"/>
              </a:lnSpc>
              <a:buNone/>
            </a:pPr>
            <a:endParaRPr lang="en-US" sz="1067" dirty="0"/>
          </a:p>
          <a:p>
            <a:pPr indent="0" marL="0">
              <a:lnSpc>
                <a:spcPct val="115000"/>
              </a:lnSpc>
              <a:buNone/>
            </a:pPr>
            <a:endParaRPr lang="en-US" sz="10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확인: 다시 읽어 보면 열이 그대로다</a:t>
            </a:r>
            <a:pPr indent="0" marL="0">
              <a:lnSpc>
                <a:spcPct val="115000"/>
              </a:lnSpc>
              <a:buNone/>
            </a:pPr>
            <a:endParaRPr lang="en-US" sz="10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pd.read_csv(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'result_clean.csv'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(check.columns.tolist())</a:t>
            </a:r>
            <a:endParaRPr lang="en-US" sz="1067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4670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['티어', '승률', 'KDA', '골드획득량', 'CS점수', '피해량']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858768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'bad.csv'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index=False 를 뺐다</a:t>
            </a:r>
            <a:pPr indent="0" marL="0">
              <a:lnSpc>
                <a:spcPct val="115000"/>
              </a:lnSpc>
              <a:buNone/>
            </a:pPr>
            <a:endParaRPr lang="en-US" sz="117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(pd.read_csv(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'bad.csv'</a:t>
            </a:r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).columns.tolist())</a:t>
            </a:r>
            <a:pPr indent="0" marL="0">
              <a:lnSpc>
                <a:spcPct val="115000"/>
              </a:lnSpc>
              <a:buNone/>
            </a:pPr>
            <a:endParaRPr lang="en-US" sz="117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['Unnamed: 0', '티어', '승률', …]  ← 쓰레기 열</a:t>
            </a:r>
            <a:endParaRPr lang="en-US" sz="1178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index=False — 순번 열을 저장하지 않는다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이름은 문제에서 시키는 그대로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encoding 은 읽을 때와 같게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저장 뒤 다시 읽어 열 목록을 확인하는 습관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— 한글이 깨지는 유일한 이유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'data.csv'</a:t>
            </a:r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encoding=</a:t>
            </a:r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UnicodeDecodeError: 'utf-8' codec can't decode …</a:t>
            </a:r>
            <a:endParaRPr lang="en-US" sz="932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'data.csv'</a:t>
            </a:r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encoding=</a:t>
            </a:r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'cp949'</a:t>
            </a:r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한글 윈도우(엑셀)가 저장한 파일은 이쪽</a:t>
            </a:r>
            <a:endParaRPr lang="en-US" sz="1014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utf-8 로 안 열리면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메시지에 'utf-8' 과 'decode' 가 보이면 파일이 cp949 다. 시험에서는 문제지에 인코딩을 알려 준다 — 그대로 쓴다.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실패하면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encoding='euc-kr' 또는 'latin1'. 실기에서는 거의 utf-8 아니면 cp949 둘 중 하나다.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index=False 누락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0점 사유. to_csv 를 쓸 때는 손이 자동으로 index=False 를 치게 만든다.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이름·경로 오타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FileNotFoundError. 문제지의 파일명을 복사해서 붙인다. 확장자 .csv 까지.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변수에 안 받음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pd.read_csv('a.csv') 만 쓰면 읽고 버린다. df = 를 붙여야 표가 남는다.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'lol_ranked_games.csv'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변수에 받는다</a:t>
            </a:r>
            <a:pPr indent="0" marL="0">
              <a:lnSpc>
                <a:spcPct val="115000"/>
              </a:lnSpc>
              <a:buNone/>
            </a:pPr>
            <a:endParaRPr lang="en-US" sz="15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…전처리…</a:t>
            </a:r>
            <a:pPr indent="0" marL="0">
              <a:lnSpc>
                <a:spcPct val="115000"/>
              </a:lnSpc>
              <a:buNone/>
            </a:pPr>
            <a:endParaRPr lang="en-US" sz="15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'result_clean.csv'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index=</a:t>
            </a:r>
            <a:pPr indent="0" marL="0">
              <a:lnSpc>
                <a:spcPct val="115000"/>
              </a:lnSpc>
              <a:buNone/>
            </a:pPr>
            <a:r>
              <a:rPr lang="en-US" sz="153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5000"/>
              </a:lnSpc>
              <a:buNone/>
            </a:pPr>
            <a:r>
              <a:rPr lang="en-US" sz="153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반드시 index=False</a:t>
            </a:r>
            <a:endParaRPr lang="en-US" sz="1536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시작과 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[문제 1] 데이터를 읽어 df 에 저장하시오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11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'data.csv'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 문제 2~10: 전처리·모델 …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[마지막 문제] 결과를 result.csv 로 저장하시오 (인덱스 제외)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'result.csv'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index=</a:t>
            </a:r>
            <a:pPr indent="0" marL="0">
              <a:lnSpc>
                <a:spcPct val="115000"/>
              </a:lnSpc>
              <a:buNone/>
            </a:pPr>
            <a:r>
              <a:rPr lang="en-US" sz="111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둘부터인가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50분 중 첫 2분과 마지막 2분이 이 두 줄이다. 중간을 아무리 잘해도 이 둘이 틀리면 파일이 없거나 열이 어긋나 채점이 안 된다.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 모든 차시의 코드는 'df 가 이미 읽혀 있다' 고 가정하고 시작한다.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11차시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「read_csv &amp; to_csv 파이프라인 조립」 버튼 → 파일을 읽고 index=False 로 저장하는 네 줄이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데이터셋(롤·쇼핑몰·넷플릭스), 인코딩(utf-8·cp949), index(False·True)를 고르고 「파라미터 적용」. index 를 True 로 바꾸면 코드가 어떻게 되는지 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데이터셋별 행 수 비교 차트. 실습 뒤 index 는 반드시 False 로 되돌려 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to_csv 에서 index=False 를 빼면 생기는 열 이름은?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Unnamed: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파일이 utf-8 로 안 열릴 때 쓰는 인코딩은?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cp949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read_csv 로 시작하고, to_csv(index=False) 로 끝낸다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pd.read_csv('파일.csv', encoding='utf-8') — 변수에 받는다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한글이 깨지면 encoding='cp949'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df.to_csv('결과.csv', index=False) — index=False 는 필수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직후 shape·head, 저장 직후 다시 읽어 열 확인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12차시 head() vs tail() — 표의 위와 아래 엿보기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vs 하위권 데이터 엿보기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행을 다 열면 노트북이 뻗는다 — 위에서 n개, 아래서 n개만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첫인상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df.head(3) — 열 이름, 값의 종류(글자/숫자), 이상한 값이 있는지 3초 만에 본다.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뒤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sort_values 한 뒤 head 는 상위권, tail 은 하위권. 25차시 정렬과 짝이다.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print(df) 로 전체를 찍으면 수만 행이 출력되어 노트북이 멈추거나 답을 못 찾는다. 항상 head/tail 로 잘라서 본다.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df.head(n) — 위에서 n행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[3.2, 2.1, 3.8, 1.5, 2.6]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(df.head(3))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(df.head())  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을 비우면 5행</a:t>
            </a:r>
            <a:endParaRPr lang="en-US" sz="1201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32504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티어  승률  KDA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골드  58  3.2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실버  47  2.1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골드  61  3.8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 숫자 = 행 수, 기본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원본은 그대로, 잘라낸 '복사본' 을 돌려준다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열 이름과 값 생김새를 보는 용도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왼쪽 0, 1, 2 는 인덱스(행 번호)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df.tail(n) — 아래에서 n행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(df.tail(2))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특정 열만 골라서 보기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(df.tail(2)[[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227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83864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티어  승률  KDA</a:t>
            </a: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브론즈  39  1.5</a:t>
            </a: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실버  52  2.6</a:t>
            </a: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승률  KDA</a:t>
            </a: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3  39  1.5</a:t>
            </a:r>
            <a:endParaRPr lang="en-US" sz="7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9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4  52  2.6</a:t>
            </a:r>
            <a:endParaRPr lang="en-US" sz="797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마지막 행들 — 파일 끝에 합계 줄이나 쓰레기 줄이 붙어 있는지 확인하는 용도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인덱스가 3, 4 로 유지된다 (0부터 다시 세지 않는다)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[['열', '열']] 대괄호 두 겹 = 열 여러 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· tail · sample — 세 가지 엿보기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 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 아래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열·값 생김새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끝에 이상한 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치우침 없이 훑기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3593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시작 30초 루틴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df.shape → df.head(3) → df.info()  (13차시)  — 이 셋을 찍고 나서 문제를 읽기 시작한다.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빼먹기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df.head 는 함수 자체를 가리킨다. df.head() 처럼 괄호까지 써야 실행된다.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결과를 원본으로 착각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df.head(3) 은 복사본. df 는 여전히 전체. 3행만 쓰려면 top = df.head(3) 으로 받는다.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없이 두 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셀에서 df.head(); df.tail() 을 쓰면 마지막 것만 보인다. 둘 다 보려면 print().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df.head(3)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복사본을 변수에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(df),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(top))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3  ← 원본은 그대로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상위·하위 비교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= df.sort_values(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ascending=</a:t>
            </a:r>
            <a:pPr indent="0" marL="0">
              <a:lnSpc>
                <a:spcPct val="115000"/>
              </a:lnSpc>
              <a:buNone/>
            </a:pPr>
            <a:r>
              <a:rPr lang="en-US" sz="106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25차시</a:t>
            </a:r>
            <a:pPr indent="0" marL="0">
              <a:lnSpc>
                <a:spcPct val="115000"/>
              </a:lnSpc>
              <a:buNone/>
            </a:pPr>
            <a:endParaRPr lang="en-US" sz="10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ranked.head(2)</a:t>
            </a:r>
            <a:pPr indent="0" marL="0">
              <a:lnSpc>
                <a:spcPct val="115000"/>
              </a:lnSpc>
              <a:buNone/>
            </a:pPr>
            <a:endParaRPr lang="en-US" sz="10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 = ranked.tail(2)</a:t>
            </a:r>
            <a:pPr indent="0" marL="0">
              <a:lnSpc>
                <a:spcPct val="115000"/>
              </a:lnSpc>
              <a:buNone/>
            </a:pPr>
            <a:endParaRPr lang="en-US" sz="10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'상위 평균 승률:'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top[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</a:t>
            </a:r>
            <a:pPr indent="0" marL="0">
              <a:lnSpc>
                <a:spcPct val="115000"/>
              </a:lnSpc>
              <a:buNone/>
            </a:pPr>
            <a:endParaRPr lang="en-US" sz="10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'하위 평균 승률:'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bottom[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</a:t>
            </a:r>
            <a:endParaRPr lang="en-US" sz="1062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상위 평균 승률: 59.5</a:t>
            </a: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하위 평균 승률: 43.0</a:t>
            </a:r>
            <a:endParaRPr lang="en-US" sz="139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12차시 차트가 이것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n명 vs 하위 n명 평균 승률 격차. n 을 키우면 격차가 줄어든다 — 평균이 가운데로 모이니까.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12차시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「head &amp; tail 미리보기 코드 조립」 버튼 → 상위 n·하위 n 행의 승률·KDA 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n(3~10)·tail n(3~10)을 슬라이더로 정하고 「파라미터 적용」. n 을 키우면 상·하위 평균 격차가 어떻게 될지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상위 n명 vs 하위 n명 평균 승률 막대. n=3 과 n=10 을 비교해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의 기본 행 수는?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df.tail(2) 의 인덱스는 0, 1 로 나오나?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아니오 — 원래 번호(3, 4)가 유지된다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찍지 말고 head·tail 로 잘라 본다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df.head(n) — 위에서 n행, 기본 5. 열 이름과 값 생김새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df.tail(n) — 아래서 n행. 끝에 붙은 이상한 줄 확인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복사본 — 원본 df 는 그대로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루틴: shape → head(3) → info()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13차시 df.info() vs df.shape — 데이터 건강검진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크기와 자료형 진단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로 몇 행 몇 열인지 재고, info 로 빈칸과 자료형을 엑스레이 찍는다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있는 열 찾기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df.info() 의 Non-Null Count 가 행 수보다 작은 열 = 구멍 난 열. 16차시 처리 대상.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숫자인 척하는 글자 찾기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 이 object 인데 숫자 열이면 20차시 astype 대상. 모델에 못 넣는다.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를 안 찍고 바로 모델을 만들면 'could not convert string to float' 에러. 원인은 object 열 하나. info 한 번이면 시작 전에 보인다.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df.shape — (행, 열) 크기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[3.2, 2.1, 3.8, 1.5, 2.6]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(df.shape)   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(5, 3)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(df.shape[0])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 행 수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(df.shape[1])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열 수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(df))    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 행 수 (3차시 len)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95344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(5, 3)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괄호가 없다 — 함수가 아니라 속성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(행, 열) 순서. 튜플이라 [0] [1] 로 꺼낸다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10차시 넘파이 shape 와 같은 것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전처리 전후로 찍어 행이 몇 개 줄었는지 센다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df.info() — 열마다 개수와 자료형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df.loc[1, </a:t>
            </a:r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5000"/>
              </a:lnSpc>
              <a:buNone/>
            </a:pPr>
            <a:r>
              <a:rPr lang="en-US" sz="13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구멍 하나 만들기</a:t>
            </a:r>
            <a:pPr indent="0" marL="0">
              <a:lnSpc>
                <a:spcPct val="115000"/>
              </a:lnSpc>
              <a:buNone/>
            </a:pPr>
            <a:endParaRPr lang="en-US" sz="13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367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843784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5 entries, 0 to 4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columns (total 3 columns):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 Column  Non-Null Count  Dtype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 ------  --------------  -----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 티어      5 non-null      object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 승률      5 non-null      int64</a:t>
            </a: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KDA     4 non-null      float64</a:t>
            </a:r>
            <a:endParaRPr lang="en-US" sz="130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entries 5 = 행 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Non-Null Count 가 5보다 작은 열 = 결측치 있음 → KDA 에 1개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Dtype: int64·float64 숫자, object 글자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print 없이 df.info() 만 써도 출력된다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한 장으로 다음 차시 할 일이 정해진다</a:t>
            </a:r>
            <a:endParaRPr lang="en-US" sz="2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info 에서 보이는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Non-Null &lt; entries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열에 결측치(NaN)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16·17·18차시 isna·dropna·fillna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Dtype object 인 숫자 열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'100' 처럼 글자로 굳은 숫자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20차시 astype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Dtype object 인 범주 열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티어·포지션 같은 글자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21·22차시 인코딩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entries 가 예상보다 적음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읽을 때 행이 빠짐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11차시 read_csv 옵션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는 진단서다. 처방(처리)은 뒤 차시에서 — 오늘은 읽을 줄만 알면 된다.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에 괄호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df.shape() → TypeError. shape 는 속성이라 괄호 없음. 반대로 info 는 함수라 괄호 필수.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print(df.info())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는 화면에 직접 찍고 None 을 돌려준다. print 로 싸면 마지막에 None 이 하나 더 찍힐 뿐이다.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Non-Null 을 결측 수로 착각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Non-Null Count 는 '정상' 개수다. 결측 수 = entries − Non-Null. 4 non-null 이면 결측 1.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(df.shape)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속성 — 괄호 없음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함수 — 괄호 있음, print 불필요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시작 30초 진단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'data.csv'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(df.shape)                   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크기</a:t>
            </a:r>
            <a:pPr indent="0" marL="0">
              <a:lnSpc>
                <a:spcPct val="115000"/>
              </a:lnSpc>
              <a:buNone/>
            </a:pPr>
            <a:endParaRPr lang="en-US" sz="8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(df.head(3))                 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생김새</a:t>
            </a:r>
            <a:pPr indent="0" marL="0">
              <a:lnSpc>
                <a:spcPct val="115000"/>
              </a:lnSpc>
              <a:buNone/>
            </a:pPr>
            <a:endParaRPr lang="en-US" sz="8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구멍·자료형</a:t>
            </a:r>
            <a:pPr indent="0" marL="0">
              <a:lnSpc>
                <a:spcPct val="115000"/>
              </a:lnSpc>
              <a:buNone/>
            </a:pPr>
            <a:endParaRPr lang="en-US" sz="8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).columns.tolist())   </a:t>
            </a:r>
            <a:pPr indent="0" marL="0">
              <a:lnSpc>
                <a:spcPct val="115000"/>
              </a:lnSpc>
              <a:buNone/>
            </a:pPr>
            <a:r>
              <a:rPr lang="en-US" sz="8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숫자 열만</a:t>
            </a:r>
            <a:endParaRPr lang="en-US" sz="867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['승률', 'KDA']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select_dtypes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include='number' 로 숫자 열만, include='object' 로 글자 열만 골라낸다. 앱 13차시 코드 마지막 줄이 이것 — 숫자 열 개수를 센다.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13차시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「info &amp; shape 진단 코드 조립」 버튼 → shape 를 찍고 info 를 부르고 숫자 열 개수를 세는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verbose(True·False)와 집중 검사 타입(전체·수치형·범주형)을 고르고 「파라미터 적용」. verbose=False 면 info 가 무엇을 생략할지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수치형 vs 문자열 열 구성비 차트. 문자열 열이 왜 모델에 바로 못 들어가는지 짝과 이야기한다.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가 (1000, 6) 이면 행·열은?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1000행 6열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entries 1000, 어떤 열이 955 non-null 이면 결측치는?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45개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로 크기, info 로 구멍과 자료형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df.shape — (행, 열). 괄호 없음. len(df) 는 행 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df.info() — 열마다 Non-Null Count 와 Dtype. 괄호 있음, print 불필요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Non-Null &lt; entries 이면 결측치. object 인 숫자 열은 형변환 대상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루틴: shape → head(3) → info()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14차시 describe() vs value_counts() — 숫자 요약과 글자 빈도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요약 통계와 카테고리 빈도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열은 평균·최댓값·사분위수로 압축, 글자 열은 '골드 몇 명, 실버 몇 명' 으로 센다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</a:t>
            </a:r>
            <a:endParaRPr lang="en-US" sz="1991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감지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describe() 에서 75% 는 61 인데 max 가 990 이면 극단값이 있다. 29차시에서 그림으로 확인.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value_counts() 로 승/패가 900:100 이면 불균형 데이터 — 37차시 F1-Score 가 필요한 이유.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describe() 는 숫자 열만 요약한다. 글자 열(티어)이 안 보인다고 당황하지 말 것 — 글자 열은 value_counts 로 센다. 둘은 짝이다.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df.describe() — 숫자 열 요약 통계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[3.2, 2.1, 3.8, 1.5, 2.6]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(df.describe())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92424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승률       KDA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  5.000000  5.000000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51.400000  2.640000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    8.734987  0.893308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  39.000000  1.500000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    47.000000  2.100000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   52.000000  2.600000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    58.000000  3.200000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  61.000000  3.800000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줄 읽기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count 개수 · mean 평균 · std 표준편차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min 최소 · max 최대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25% 50% 75% — 줄 세웠을 때 1/4, 절반, 3/4 지점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50% 가 중앙값(median)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열(티어)은 빠진다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value_counts() — 글자 열의 값별 개수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4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].value_counts())</a:t>
            </a:r>
            <a:pPr indent="0" marL="0">
              <a:lnSpc>
                <a:spcPct val="115000"/>
              </a:lnSpc>
              <a:buNone/>
            </a:pP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].value_counts(normalize=</a:t>
            </a:r>
            <a:pPr indent="0" marL="0">
              <a:lnSpc>
                <a:spcPct val="115000"/>
              </a:lnSpc>
              <a:buNone/>
            </a:pPr>
            <a:r>
              <a:rPr lang="en-US" sz="114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비율</a:t>
            </a:r>
            <a:endParaRPr lang="en-US" sz="1141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티어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     2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실버     2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브론즈    1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count, dtype: int64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티어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     0.4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실버     0.4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브론즈    0.2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열 하나에 붙인다: df['열'].value_counts()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많은 순으로 정렬돼 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normalize=True 면 개수 대신 비율(합 1.0)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승/패 열에 쓰면 클래스 불균형이 바로 보인다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describe 로 이상치 눈치채기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df.copy()</a:t>
            </a:r>
            <a:pPr indent="0" marL="0">
              <a:lnSpc>
                <a:spcPct val="115000"/>
              </a:lnSpc>
              <a:buNone/>
            </a:pPr>
            <a:endParaRPr lang="en-US" sz="10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df2.loc[4, 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990          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잘못 입력된 값</a:t>
            </a:r>
            <a:pPr indent="0" marL="0">
              <a:lnSpc>
                <a:spcPct val="115000"/>
              </a:lnSpc>
              <a:buNone/>
            </a:pPr>
            <a:endParaRPr lang="en-US" sz="10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(df2[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].describe()[[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'50%'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'75%'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'max'</a:t>
            </a:r>
            <a:pPr indent="0" marL="0">
              <a:lnSpc>
                <a:spcPct val="115000"/>
              </a:lnSpc>
              <a:buNone/>
            </a:pPr>
            <a:r>
              <a:rPr lang="en-US" sz="10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endParaRPr lang="en-US" sz="1033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20954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 239.0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     58.0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      61.0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   990.0</a:t>
            </a:r>
            <a:endParaRPr lang="en-US" sz="887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697480"/>
          </a:xfrm>
          <a:prstGeom prst="roundRect">
            <a:avLst>
              <a:gd name="adj" fmla="val 339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 는 61 인데 max 가 990 — 3/4 지점까지 61 이하였다는 뜻이니 990 은 혼자 튀는 값. 평균(239)이 중앙값(58)과 크게 벌어진 것도 같은 신호.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승률이 990% 일 수는 없다. 이상치는 29차시 상자그림으로 그리고, 지우거나 바로잡는다.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value_counts 를 df 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df.value_counts() 는 행 전체 조합을 센다. 열 하나를 골라 df['열'].value_counts().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describe 에 글자 열 기대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열은 기본으로 빠진다. 보고 싶으면 df.describe(include='object') — count·unique·top·freq 가 나온다.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 와 mean 혼동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 는 중앙값(가운데 값), mean 은 평균. 이상치가 있으면 둘이 크게 달라진다.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(df.describe(include=</a:t>
            </a:r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글자 열 요약</a:t>
            </a:r>
            <a:pPr indent="0" marL="0">
              <a:lnSpc>
                <a:spcPct val="115000"/>
              </a:lnSpc>
              <a:buNone/>
            </a:pPr>
            <a:endParaRPr lang="en-US" sz="118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티어</a:t>
            </a:r>
            <a:pPr indent="0" marL="0">
              <a:lnSpc>
                <a:spcPct val="115000"/>
              </a:lnSpc>
              <a:buNone/>
            </a:pPr>
            <a:endParaRPr lang="en-US" sz="118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   5</a:t>
            </a:r>
            <a:pPr indent="0" marL="0">
              <a:lnSpc>
                <a:spcPct val="115000"/>
              </a:lnSpc>
              <a:buNone/>
            </a:pPr>
            <a:endParaRPr lang="en-US" sz="118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unique   3</a:t>
            </a:r>
            <a:pPr indent="0" marL="0">
              <a:lnSpc>
                <a:spcPct val="115000"/>
              </a:lnSpc>
              <a:buNone/>
            </a:pPr>
            <a:endParaRPr lang="en-US" sz="118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    골드</a:t>
            </a:r>
            <a:pPr indent="0" marL="0">
              <a:lnSpc>
                <a:spcPct val="115000"/>
              </a:lnSpc>
              <a:buNone/>
            </a:pPr>
            <a:endParaRPr lang="en-US" sz="118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freq     2</a:t>
            </a:r>
            <a:endParaRPr lang="en-US" sz="1183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타깃 분포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].value_counts())            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개수</a:t>
            </a:r>
            <a:pPr indent="0" marL="0">
              <a:lnSpc>
                <a:spcPct val="115000"/>
              </a:lnSpc>
              <a:buNone/>
            </a:pPr>
            <a:endParaRPr lang="en-US" sz="9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].value_counts(normalize=</a:t>
            </a:r>
            <a:pPr indent="0" marL="0">
              <a:lnSpc>
                <a:spcPct val="115000"/>
              </a:lnSpc>
              <a:buNone/>
            </a:pPr>
            <a:r>
              <a:rPr lang="en-US" sz="97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).round(2))   </a:t>
            </a:r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비율</a:t>
            </a:r>
            <a:pPr indent="0" marL="0">
              <a:lnSpc>
                <a:spcPct val="115000"/>
              </a:lnSpc>
              <a:buNone/>
            </a:pPr>
            <a:endParaRPr lang="en-US" sz="977" dirty="0"/>
          </a:p>
          <a:p>
            <a:pPr indent="0" marL="0">
              <a:lnSpc>
                <a:spcPct val="115000"/>
              </a:lnSpc>
              <a:buNone/>
            </a:pPr>
            <a:endParaRPr lang="en-US" sz="9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승 0.9 / 패 0.1 처럼 치우쳐 있으면 → 정확도 대신 F1 (37차시)</a:t>
            </a:r>
            <a:endParaRPr lang="en-US" sz="977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75304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승패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    900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패    100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승패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    0.9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패    0.1</a:t>
            </a:r>
            <a:endParaRPr lang="en-US" sz="72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먼저 보나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90% 가 '승' 이면, 무조건 '승' 이라고 찍는 모델도 정확도 90% 다. value_counts 한 줄이 그 함정을 미리 알려 준다.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14차시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「describe &amp; value_counts 코드 조립」 버튼 → 요약 통계와 범주 빈도를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빈도를 셀 열(티어·포지션·승패), 백분위(0.1/0.9 등), normalize(False·True)를 고르고 「파라미터 적용」. normalize=True 면 숫자가 어떻게 바뀔지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고른 열의 항목별 빈도 막대. 가장 많은 항목과 가장 적은 항목의 비를 말해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describe() 의 50% 줄은 무엇인가?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중앙값(median)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value_counts(normalize=True) 의 합은?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1.0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describe, 글자는 value_counts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df.describe() — count·mean·std·min·25%·50%·75%·max. 숫자 열만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df['열'].value_counts() — 값별 개수, 많은 순. normalize=True 면 비율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 와 max 가 크게 벌어지면 이상치 신호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타깃 열 value_counts 로 불균형 먼저 확인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15차시 loc vs iloc — 이름표로 집기 vs 번호로 자르기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인덱싱 vs 컴퓨터 번호 슬라이싱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'승률, KDA 열 줘' 는 loc, '0번째부터 5번째 줄 줘' 는 iloc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df.iloc[]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문제지(X)와 정답(y) 분리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df.iloc[:, :-1] — 마지막 열만 빼고 전부. y = df.iloc[:, -1]. 31차시 첫 줄.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이름으로 골라내기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df.loc[:, ['승률', 'KDA']] — 이름을 알 때. 시험 문제는 보통 열 이름을 준다.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 의 범위는 끝을 포함하고(0:2 → 3행), iloc 은 포함하지 않는다(0:2 → 2행). 같은 숫자를 써도 결과 행 수가 다르다 — 시험에서 한 행이 빠지거나 남는 원인.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df.loc[행, 열] — 이름표로 집는다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[3.2, 2.1, 3.8, 1.5, 2.6]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(df.loc[0:2, [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  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인덱스 0~2 (2 포함!)</a:t>
            </a:r>
            <a:pPr indent="0" marL="0">
              <a:lnSpc>
                <a:spcPct val="115000"/>
              </a:lnSpc>
              <a:buNone/>
            </a:pP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(df.loc[df[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55,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조건으로</a:t>
            </a:r>
            <a:endParaRPr lang="en-US" sz="106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승률  KDA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0  58  3.2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1  47  2.1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2  61  3.8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골드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골드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대괄호 [ ] — 함수가 아니다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[행 이름, 열 이름] 순서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0:2 는 0, 1, 2 — 끝 포함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: 하나면 전부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조건식(불리언)도 행 자리에 들어간다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df.iloc[행번호, 열번호] — 순번으로 자른다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(df.iloc[0:2, 0:3])      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0,1행 × 0,1,2열 (끝 미포함)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(df.iloc[:, :-1])        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전부 × 마지막 열 빼고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(df.iloc[-1, 1])         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마지막 행, 두 번째 열 값</a:t>
            </a:r>
            <a:endParaRPr lang="en-US" sz="1073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92424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티어  승률  KDA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골드  58  3.2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실버  47  2.1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티어  승률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골드  58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 = integer, 번호는 0부터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0:2 는 0, 1 — 끝 미포함 (파이썬 슬라이싱과 같다)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-1 은 마지막. :-1 은 마지막 빼고 전부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열 이름을 몰라도, 열이 몇 개든 :-1 이면 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0:2 인데 결과가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52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  58</a:t>
            </a:r>
            <a:pPr indent="0" marL="0">
              <a:lnSpc>
                <a:spcPct val="115000"/>
              </a:lnSpc>
              <a:buNone/>
            </a:pPr>
            <a:endParaRPr lang="en-US" sz="152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 47</a:t>
            </a:r>
            <a:pPr indent="0" marL="0">
              <a:lnSpc>
                <a:spcPct val="115000"/>
              </a:lnSpc>
              <a:buNone/>
            </a:pPr>
            <a:endParaRPr lang="en-US" sz="152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  61   ← 3행. 이름 0~2 포함</a:t>
            </a:r>
            <a:endParaRPr lang="en-US" sz="1529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6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df.iloc[0:2, 1]</a:t>
            </a:r>
            <a:pPr indent="0" marL="0">
              <a:lnSpc>
                <a:spcPct val="115000"/>
              </a:lnSpc>
              <a:buNone/>
            </a:pPr>
            <a:endParaRPr lang="en-US" sz="146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  58</a:t>
            </a:r>
            <a:pPr indent="0" marL="0">
              <a:lnSpc>
                <a:spcPct val="115000"/>
              </a:lnSpc>
              <a:buNone/>
            </a:pPr>
            <a:endParaRPr lang="en-US" sz="146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 47      ← 2행. 번호 0,1 만</a:t>
            </a:r>
            <a:endParaRPr lang="en-US" sz="1466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64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 = 이름표, 끝 포함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인덱스가 0,1,2… 여도 그건 '이름' 이다. 열도 이름(문자)으로 쓴다.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2004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364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iloc = 번호, 끝 미포함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슬라이싱과 똑같이 센다. 열도 번호(0, 1, 2)로 쓴다.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iloc 에 열 이름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df.iloc[:, '승률'] → 에러. iloc 은 번호만. 이름을 쓰려면 loc.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대신 소괄호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df.loc(0, '승률') 은 함수 호출이 아니다. 반드시 df.loc[0, '승률'].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하나를 대괄호 한 겹으로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df.loc[:, '승률'] 은 Series(한 줄), df.loc[:, ['승률']] 은 DataFrame(표). 모델 X 는 표여야 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df.iloc[:, :-1]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 (2차원) — 마지막 열 제외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df.iloc[:, -1]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Series (1차원) — 마지막 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X, y 분리 두 가지 방법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방법 1: 번호로 — 마지막 열이 정답일 때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df.iloc[:, :-1]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df.iloc[:, -1]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방법 2: 이름으로 — 정답 열 이름을 알 때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df.drop(columns=[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19차시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4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(X.shape, y.shape)</a:t>
            </a:r>
            <a:endParaRPr lang="en-US" sz="1468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233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489704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 (1000,)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31차시에서 다시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train_test_split(X, y) 에 그대로 넣는다. X 가 (행, 열) 2차원, y 가 (행,) 1차원인 것을 shape 로 확인하는 습관.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15차시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「loc &amp; iloc 인덱싱 코드 조립」 버튼 → loc 으로 열 두 개, iloc 으로 행·열 번호를 자르는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 열 A·B(승률·KDA·골드획득량·CS점수·피해량)와 iloc 행 수(3~15)를 고르고 「파라미터 적용」. iloc[0:6] 이 몇 행인지 먼저 말한다 (6행, 0~5).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고른 두 열의 평균 비교 막대. 열을 바꿔 가며 어느 지표가 큰지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df.loc[0:3] 과 df.iloc[0:3] 의 행 수는?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4행과 3행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마지막 열만 빼고 전부 고르는 iloc 식은?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df.iloc[:, :-1]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이름이면 loc(끝 포함), 번호면 iloc(끝 미포함)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df.loc[행이름, 열이름] — 대괄호. 0:2 는 3행. 조건식도 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df.iloc[행번호, 열번호] — 0:2 는 2행. -1 은 마지막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하나 [ ] 는 Series, [[ ]] 는 DataFrame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X = df.iloc[:, :-1], y = df.iloc[:, -1]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판다스 2 — 16차시 isna() vs notna() — 구멍 찾기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2026-09-21T23:49:16Z</dcterms:created>
  <dcterms:modified xsi:type="dcterms:W3CDTF">2026-09-21T23:49:16Z</dcterms:modified>
</cp:coreProperties>
</file>