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딥러닝 학습은 '반복'이다. 에포크(epoch) 라는 말을 오늘 처음 소개. 얼리스탑 =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횟수만큼 도는 for, 조건이 끝날 때까지 도는 while, 그리고 안전벨트 break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학습은 같은 데이터를 여러 번(epoch) 돈다. for epoch in range(n) 이 그 뼈대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얼리스탑(EarlyStopping)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손실이 더 안 줄면 멈춘다 — 조건을 보고 break 하는 것과 같은 원리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끝나는 조건이 없는 while 은 영원히 돈다(무한 루프). 노트북이 멈추면 대부분 이것. 조건 변수를 반드시 바꾸거나 break 를 둔다.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— 정해진 범위를 한 바퀴씩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5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5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27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044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300984"/>
            <a:ext cx="4791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1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2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3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255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range(1, 4) 는 1, 2, 3 — 끝 숫자는 빠진다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'미리' 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들여쓰기된 줄만 반복된다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리스트도 바로 돌 수 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for x in [10, 20, 30]: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— 조건이 참인 동안 계속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1.0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= 0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loss &gt; 0.3: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epoch += 1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 = loss * 0.7   # 30%씩 감소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3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{epoch}: loss {loss:.2f}'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'목표 도달'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3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712464"/>
            <a:ext cx="479145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1: loss 0.70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2: loss 0.49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3: loss 0.34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4: loss 0.24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 도달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'모를 때' 쓴다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조건이 거짓이 되는 순간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안에서 조건 변수(loss)가 바뀌어야 한다 — 안 바뀌면 무한 루프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for 보다 위험하니 실기에선 for 가 기본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조건을 만나면 즉시 탈출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max_epoch = 16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stop_point = 7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max_epoch + 1):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== stop_point: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f'조기 종료! (epoch {epoch}에서 break)'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f'정상 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5661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639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95344"/>
            <a:ext cx="4791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1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6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조기 종료! (epoch 7에서 break)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16번 돌 계획이었지만 7에서 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break 아래 줄은 그 바퀴에서 실행 안 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가장 안쪽 반복문 하나만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짝: continue — 이번 바퀴만 건너뛰고 계속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vs continue — 헷갈리는 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 ← 3에서 완전히 멈춤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4 5  ← 3만 건너뜀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= 반복문 종료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얼리스탑, '찾았으니 그만', 오류가 나면 중단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 = 이번 바퀴만 패스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행 건너뛰기, 조건에 안 맞는 데이터 무시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끝 숫자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10번 돌리려면 range(1, 11) 또는 range(10).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루프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True: 안에 break 가 없거나, 조건 변수를 안 바꾸면 영원히 돈다. 노트북 ■ 버튼으로 중단.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반복할 줄은 4칸 들여쓰기. 한 줄이라도 빠지면 반복문 밖에서 한 번만 실행된다.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&lt;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n += 1 을 잊으면 0이 무한히 찍힌다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8차시 (10분) · 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조립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반복 수(max_loop)와 탈출 기준(break)을 슬라이더로 정한다.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예측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'정상 학습 중' 이 몇 줄 찍힐까? (break 기준 − 1)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확인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차트의 빨간 막대 = break 가 걸린 회차. 점선 = 원래 계획.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range(3): print(i) 의 출력은?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0 1 2 — 0부터, 3은 빠진다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와 continue 중 '이번 바퀴만 건너뛰기' 는?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continue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횟수를 알면 for, 모르면 while, 멈출 조건은 break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range(n) — n번, 끝 숫자는 빠진다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조건: — 조건이 거짓이 될 때까지. 조건 변수를 꼭 바꾼다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즉시 탈출 (얼리스탑), continue — 이번 바퀴만 건너뜀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range(epochs) 로 학습 반복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9차시 def vs return — 사용자 정의 함수와 결과 반환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2026-09-21T01:54:22Z</dcterms:created>
  <dcterms:modified xsi:type="dcterms:W3CDTF">2026-09-21T01:54:22Z</dcterms:modified>
</cp:coreProperties>
</file>