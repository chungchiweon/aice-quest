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도입: 딥러닝 학습은 '반복'이다. 에포크(epoch) 라는 말을 오늘 처음 소개. 얼리스탑 =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루프와 탈출 조건문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횟수만큼 도는 for, 조건이 끝날 때까지 도는 while, 그리고 안전벨트 break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/ while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어소시에이트 실기 · 파이썬 기초 · 흥해공고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에포크 반복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학습은 같은 데이터를 여러 번(epoch) 돈다. for epoch in range(n) 이 그 뼈대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얼리스탑(EarlyStopping)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손실이 더 안 줄면 멈춘다 — 조건을 보고 break 하는 것과 같은 원리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끝나는 조건이 없는 while 은 영원히 돈다(무한 루프). 노트북이 멈추면 대부분 이것. 조건 변수를 반드시 바꾸거나 break 를 둔다.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— 정해진 범위를 한 바퀴씩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47914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2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5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epoch </a:t>
            </a:r>
            <a:pPr indent="0" marL="0">
              <a:lnSpc>
                <a:spcPct val="115000"/>
              </a:lnSpc>
              <a:buNone/>
            </a:pPr>
            <a:r>
              <a:rPr lang="en-US" sz="152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5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2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5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4):</a:t>
            </a:r>
            <a:pPr indent="0" marL="0">
              <a:lnSpc>
                <a:spcPct val="115000"/>
              </a:lnSpc>
              <a:buNone/>
            </a:pPr>
            <a:endParaRPr lang="en-US" sz="152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52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f'학습 중... epoch {epoch}'</a:t>
            </a:r>
            <a:pPr indent="0" marL="0">
              <a:lnSpc>
                <a:spcPct val="115000"/>
              </a:lnSpc>
              <a:buNone/>
            </a:pPr>
            <a:r>
              <a:rPr lang="en-US" sz="15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52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2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2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'끝'</a:t>
            </a:r>
            <a:pPr indent="0" marL="0">
              <a:lnSpc>
                <a:spcPct val="115000"/>
              </a:lnSpc>
              <a:buNone/>
            </a:pPr>
            <a:r>
              <a:rPr lang="en-US" sz="152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27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044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300984"/>
            <a:ext cx="47914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학습 중... epoch 1</a:t>
            </a:r>
            <a:endParaRPr lang="en-US" sz="125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학습 중... epoch 2</a:t>
            </a:r>
            <a:endParaRPr lang="en-US" sz="125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학습 중... epoch 3</a:t>
            </a:r>
            <a:endParaRPr lang="en-US" sz="125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끝</a:t>
            </a:r>
            <a:endParaRPr lang="en-US" sz="1255" dirty="0"/>
          </a:p>
        </p:txBody>
      </p:sp>
      <p:sp>
        <p:nvSpPr>
          <p:cNvPr id="10" name="Shape 8"/>
          <p:cNvSpPr/>
          <p:nvPr/>
        </p:nvSpPr>
        <p:spPr>
          <a:xfrm>
            <a:off x="5806440" y="1371600"/>
            <a:ext cx="2880360" cy="297180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2024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range(1, 4) 는 1, 2, 3 — 끝 숫자는 빠진다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몇 번 돌지 '미리' 안다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들여쓰기된 줄만 반복된다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리스트도 바로 돌 수 있다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for x in [10, 20, 30]: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while — 조건이 참인 동안 계속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1.0</a:t>
            </a:r>
            <a:pPr indent="0" marL="0">
              <a:lnSpc>
                <a:spcPct val="115000"/>
              </a:lnSpc>
              <a:buNone/>
            </a:pPr>
            <a:endParaRPr lang="en-US" sz="13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= 0</a:t>
            </a:r>
            <a:pPr indent="0" marL="0">
              <a:lnSpc>
                <a:spcPct val="115000"/>
              </a:lnSpc>
              <a:buNone/>
            </a:pPr>
            <a:endParaRPr lang="en-US" sz="13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loss &gt; 0.3:</a:t>
            </a:r>
            <a:pPr indent="0" marL="0">
              <a:lnSpc>
                <a:spcPct val="115000"/>
              </a:lnSpc>
              <a:buNone/>
            </a:pPr>
            <a:endParaRPr lang="en-US" sz="13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epoch += 1</a:t>
            </a:r>
            <a:pPr indent="0" marL="0">
              <a:lnSpc>
                <a:spcPct val="115000"/>
              </a:lnSpc>
              <a:buNone/>
            </a:pPr>
            <a:endParaRPr lang="en-US" sz="13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loss * 0.7   # 30%씩 감소</a:t>
            </a:r>
            <a:pPr indent="0" marL="0">
              <a:lnSpc>
                <a:spcPct val="115000"/>
              </a:lnSpc>
              <a:buNone/>
            </a:pPr>
            <a:endParaRPr lang="en-US" sz="13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3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f'epoch {epoch}: loss {loss:.2f}'</a:t>
            </a:r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3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3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'목표 도달'</a:t>
            </a:r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3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712464"/>
            <a:ext cx="47914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1: loss 0.70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2: loss 0.49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3: loss 0.34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4: loss 0.24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목표 도달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몇 번 돌지 '모를 때' 쓴다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조건이 거짓이 되는 순간 빠져나온다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안에서 조건 변수(loss)가 바뀌어야 한다 — 안 바뀌면 무한 루프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for 보다 위험하니 실기에선 for 가 기본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break — 조건을 만나면 즉시 탈출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479145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max_epoch = 16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stop_point = 7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epoch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max_epoch + 1):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epoch == stop_point: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f'조기 종료! (epoch {epoch}에서 break)'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f'정상 학습 중... epoch {epoch}'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5120640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895344"/>
            <a:ext cx="47914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정상 학습 중... epoch 1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정상 학습 중... epoch 6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조기 종료! (epoch 7에서 break)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16번 돌 계획이었지만 7에서 끝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break 아래 줄은 그 바퀴에서 실행 안 됨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가장 안쪽 반복문 하나만 빠져나온다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짝: continue — 이번 바퀴만 건너뛰고 계속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break vs continue — 헷갈리는 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3648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6):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== 3: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2  ← 3에서 완전히 멈춤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73752" y="1481328"/>
            <a:ext cx="3648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6):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== 3: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2 4 5  ← 3만 건너뜀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4564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break = 반복문 종료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404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얼리스탑, '찾았으니 그만', 오류가 나면 중단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329184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34564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continue = 이번 바퀴만 패스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84048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행 건너뛰기, 조건에 안 맞는 데이터 무시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 끝 숫자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range(1, 10) 은 9까지. 10번 돌리려면 range(1, 11) 또는 range(10).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루프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while True: 안에 break 가 없거나, 조건 변수를 안 바꾸면 영원히 돈다. 노트북 ■ 버튼으로 중단.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들여쓰기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반복할 줄은 4칸 들여쓰기. 한 줄이라도 빠지면 반복문 밖에서 한 번만 실행된다.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0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&lt; 3: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n += 1 을 잊으면 0이 무한히 찍힌다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8차시 (10분) · 확인 퀴즈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「반복문 &amp; 탈출 조건식 조립」 버튼 → max_epoch 와 stop_point 가 든 for 문이 나타난다.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76600" y="187452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반복 수(10~20)와 조기 탈출 기준(4~12)을 슬라이더로 정하고 「파라미터 적용」. '정상 학습 중' 이 몇 줄 찍힐지 먼저 말한다 (기준 − 1).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187452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점선 = 원래 계획한 횟수, 파란 막대 = 실제 돈 횟수, 빨간 막대 = break 가 걸린 회차.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range(3): print(i) 의 출력은?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0 1 2 — 0부터, 3은 빠진다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break 와 continue 중 '이번 바퀴만 건너뛰기' 는?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continue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횟수를 알면 for, 모르면 while, 멈출 조건은 break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x in range(n) — n번, 끝 숫자는 빠진다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while 조건: — 조건이 거짓이 될 때까지. 조건 변수를 꼭 바꾼다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break — 즉시 탈출 (얼리스탑), continue — 이번 바퀴만 건너뜀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for epoch in range(epochs) 로 학습 반복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 → 9차시 def vs return — 사용자 정의 함수와 결과 반환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정지원</dc:creator>
  <cp:lastModifiedBy>정지원</cp:lastModifiedBy>
  <cp:revision>1</cp:revision>
  <dcterms:created xsi:type="dcterms:W3CDTF">2026-09-21T01:59:47Z</dcterms:created>
  <dcterms:modified xsi:type="dcterms:W3CDTF">2026-09-21T01:59:47Z</dcterms:modified>
</cp:coreProperties>
</file>