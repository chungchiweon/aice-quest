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13차시 info 에서 object 였던 범주 열을 여기서 숫자로. 22차시 원-핫과 무엇이 다른지가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21차시와 짝. drop_first=True 를 왜 쓰는지(다중공선성)를 그림 없이 말로 이해시키는 게 오늘의 어려운 부분.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스케일링이 필요한지: 거리 기반 모델(KNN·SVM)과 신경망은 큰 숫자에 끌려간다. 트리 계열은 영향이 적다는 것까지.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엑셀의 피벗테이블과 같은 것. 14차시 describe 가 '전체', 오늘은 '그룹별'.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마무리. 12차시 head/tail 과 묶어 '정렬 → 상위 확인' 흐름을 완성한다.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어소시에이트 실기 · Part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판다스 3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21~25차시 · 라벨 인코딩 · 원-핫 · 스케일링 · 그룹 집계 · 정렬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21차시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LabelEncoder()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57984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67712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pd.get_dummies()</a:t>
            </a:r>
            <a:endParaRPr lang="en-US" sz="938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drop_first=True</a:t>
            </a:r>
            <a:endParaRPr lang="en-US" sz="938" dirty="0"/>
          </a:p>
        </p:txBody>
      </p:sp>
      <p:sp>
        <p:nvSpPr>
          <p:cNvPr id="11" name="Shape 9"/>
          <p:cNvSpPr/>
          <p:nvPr/>
        </p:nvSpPr>
        <p:spPr>
          <a:xfrm>
            <a:off x="3767328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77056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23차시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77056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StandardScaler()</a:t>
            </a:r>
            <a:endParaRPr lang="en-US" sz="938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MinMaxScaler()</a:t>
            </a:r>
            <a:endParaRPr lang="en-US" sz="938" dirty="0"/>
          </a:p>
        </p:txBody>
      </p:sp>
      <p:sp>
        <p:nvSpPr>
          <p:cNvPr id="14" name="Shape 12"/>
          <p:cNvSpPr/>
          <p:nvPr/>
        </p:nvSpPr>
        <p:spPr>
          <a:xfrm>
            <a:off x="5376672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24차시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df.agg()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86016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95744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95744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sort_values()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reset_index(drop=True)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흥해공고 · 강사 정지원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판다스 3 — 다섯 차시 한눈에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21차시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258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숫자로 라벨 인코딩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258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LabelEncoder()  ·  fit_transform()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325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 공식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9842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19842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원-핫 인코딩으로 열 펼치기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9842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pd.get_dummies()  ·  drop_first=True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842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drop_first 함정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4261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23차시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6426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값 정규화와 표준화 스케일링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6426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StandardScaler()  ·  MinMaxScaler()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6426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전 필수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0098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24차시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3009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묶기와 다중 통계 집계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df.groupby()  ·  df.agg()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33009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단골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9593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25차시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3959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값 정렬과 인덱스 초기화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95935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sort_values()  ·  reset_index(drop=True)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9593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뒤 필수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차시마다: 개념 두 개 → 비교 → 흔한 실수 → 실기 패턴 → 앱 실습(10분) → 퀴즈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숫자로 라벨 인코딩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컴퓨터는 '골드·실버·브론즈' 를 못 읽는다 — 0, 1, 2 로 바꿔 준다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91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LabelEncoder()</a:t>
            </a:r>
            <a:endParaRPr lang="en-US" sz="1991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fit_transform()</a:t>
            </a:r>
            <a:endParaRPr lang="en-US" sz="1858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정답(y) 열 인코딩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승/패 같은 정답 글자를 0/1 로. y = le.fit_transform(df['승패']) — 분류 모델의 입력 형식.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순서가 있는 범주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브론즈&lt;실버&lt;골드 처럼 등급에 순서가 있으면 라벨 인코딩이 맞다. 크기 비교가 의미를 가진다.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없는 범주(포지션 탑·미드·정글)에 라벨 인코딩을 쓰면 모델이 '정글(2)이 탑(0)보다 2배 크다' 고 착각한다. 그때는 22차시 원-핫.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LabelEncoder — 글자를 0부터 번호로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</a:t>
            </a:r>
            <a:pPr indent="0" marL="0">
              <a:lnSpc>
                <a:spcPct val="115000"/>
              </a:lnSpc>
              <a:buNone/>
            </a:pPr>
            <a:r>
              <a:rPr lang="en-US" sz="133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LabelEncoder</a:t>
            </a:r>
            <a:pPr indent="0" marL="0">
              <a:lnSpc>
                <a:spcPct val="115000"/>
              </a:lnSpc>
              <a:buNone/>
            </a:pPr>
            <a:endParaRPr lang="en-US" sz="133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= LabelEncoder()</a:t>
            </a:r>
            <a:pPr indent="0" marL="0">
              <a:lnSpc>
                <a:spcPct val="115000"/>
              </a:lnSpc>
              <a:buNone/>
            </a:pPr>
            <a:endParaRPr lang="en-US" sz="133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le.fit_transform(df[</a:t>
            </a:r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indent="0" marL="0">
              <a:lnSpc>
                <a:spcPct val="115000"/>
              </a:lnSpc>
              <a:buNone/>
            </a:pPr>
            <a:endParaRPr lang="en-US" sz="133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'변환된 고유 클래스 목록:'</a:t>
            </a:r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le.classes_)</a:t>
            </a:r>
            <a:pPr indent="0" marL="0">
              <a:lnSpc>
                <a:spcPct val="115000"/>
              </a:lnSpc>
              <a:buNone/>
            </a:pPr>
            <a:endParaRPr lang="en-US" sz="133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(df[[</a:t>
            </a:r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33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]].head(3))</a:t>
            </a:r>
            <a:endParaRPr lang="en-US" sz="1334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변환된 고유 클래스 목록: ['골드' '브론즈' '실버']</a:t>
            </a:r>
            <a:endParaRPr lang="en-US" sz="8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티어</a:t>
            </a:r>
            <a:endParaRPr lang="en-US" sz="8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0    0</a:t>
            </a:r>
            <a:endParaRPr lang="en-US" sz="8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1    2</a:t>
            </a:r>
            <a:endParaRPr lang="en-US" sz="8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2    0</a:t>
            </a:r>
            <a:endParaRPr lang="en-US" sz="81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import 는 sklearn.preprocessing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le = LabelEncoder() 로 도구를 만들고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fit_transform(열) 로 바꾼다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classes_ 는 번호 순서대로의 원래 이름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가나다 순으로 0, 1, 2 가 붙는다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47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 · transform · fit_transform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79004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le.fit(df[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어떤 값들이 있나 '배운다'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le.transform(df[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배운 대로 '바꾼다'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le.fit_transform(df[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둘을 한 번에 (실기에서 쓰는 것)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977640" cy="1737360"/>
          </a:xfrm>
          <a:prstGeom prst="roundRect">
            <a:avLst>
              <a:gd name="adj" fmla="val 526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0906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데이터는 fit_transform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7472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값의 목록을 배우면서 동시에 바꾼다. 처음 만나는 데이터에 쓴다.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2926080"/>
            <a:ext cx="3977640" cy="173736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30906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데이터는 transform 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47472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때 배운 번호를 그대로 써야 한다. 시험 데이터에 또 fit 하면 번호가 달라져 예측이 엉망이 된다.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47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인코딩 vs 원-핫 인코딩 — 언제 무엇을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인코딩 (21차시)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원-핫 인코딩 (22차시)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열, 0·1·2…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열, 0 또는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 있는 범주 · 정답(y) 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 없는 범주 · 입력(X) 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브론즈&lt;실버&lt;골드, 승/패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포지션 탑·미드·정글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순서를 만들어 낸다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범주가 많으면 열이 폭발한다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4050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기준: 크기 비교가 말이 되면 라벨, 안 되면 원-핫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47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데이터에 fit_transform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훈련과 다른 번호가 붙는다. 시험 데이터는 le.transform(…) 만.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결측치가 남아 있음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 이 있으면 에러. 18차시 fillna 로 먼저 채운다. 순서: 결측 → 인코딩 → 스케일링.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열을 안 덮어씀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le.fit_transform(df['티어']) 만 쓰면 df 는 그대로. df['티어'] = 로 받는다.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= LabelEncoder()</a:t>
            </a:r>
            <a:pPr indent="0" marL="0">
              <a:lnSpc>
                <a:spcPct val="115000"/>
              </a:lnSpc>
              <a:buNone/>
            </a:pPr>
            <a:endParaRPr lang="en-US" sz="145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le.fit_transform(df[</a:t>
            </a:r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   </a:t>
            </a:r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훈련</a:t>
            </a:r>
            <a:pPr indent="0" marL="0">
              <a:lnSpc>
                <a:spcPct val="115000"/>
              </a:lnSpc>
              <a:buNone/>
            </a:pPr>
            <a:endParaRPr lang="en-US" sz="145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test[</a:t>
            </a:r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le.transform(test[</a:t>
            </a:r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    </a:t>
            </a:r>
            <a:pPr indent="0" marL="0">
              <a:lnSpc>
                <a:spcPct val="115000"/>
              </a:lnSpc>
              <a:buNone/>
            </a:pPr>
            <a:r>
              <a:rPr lang="en-US" sz="145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시험 — fit 하지 않는다</a:t>
            </a:r>
            <a:endParaRPr lang="en-US" sz="1456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47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글자 열 전부 인코딩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</a:t>
            </a:r>
            <a:pPr indent="0" marL="0">
              <a:lnSpc>
                <a:spcPct val="115000"/>
              </a:lnSpc>
              <a:buNone/>
            </a:pPr>
            <a:r>
              <a:rPr lang="en-US" sz="96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9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LabelEncoder</a:t>
            </a:r>
            <a:pPr indent="0" marL="0">
              <a:lnSpc>
                <a:spcPct val="115000"/>
              </a:lnSpc>
              <a:buNone/>
            </a:pPr>
            <a:endParaRPr lang="en-US" sz="9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obj_cols = df.select_dtypes(include=</a:t>
            </a:r>
            <a:pPr indent="0" marL="0">
              <a:lnSpc>
                <a:spcPct val="115000"/>
              </a:lnSpc>
              <a:buNone/>
            </a:pPr>
            <a:r>
              <a:rPr lang="en-US" sz="96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'object'</a:t>
            </a:r>
            <a:pPr indent="0" marL="0">
              <a:lnSpc>
                <a:spcPct val="115000"/>
              </a:lnSpc>
              <a:buNone/>
            </a:pPr>
            <a:r>
              <a:rPr lang="en-US" sz="9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).columns   </a:t>
            </a:r>
            <a:pPr indent="0" marL="0">
              <a:lnSpc>
                <a:spcPct val="115000"/>
              </a:lnSpc>
              <a:buNone/>
            </a:pPr>
            <a:r>
              <a:rPr lang="en-US" sz="96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13차시</a:t>
            </a:r>
            <a:pPr indent="0" marL="0">
              <a:lnSpc>
                <a:spcPct val="115000"/>
              </a:lnSpc>
              <a:buNone/>
            </a:pPr>
            <a:endParaRPr lang="en-US" sz="9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6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9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 </a:t>
            </a:r>
            <a:pPr indent="0" marL="0">
              <a:lnSpc>
                <a:spcPct val="115000"/>
              </a:lnSpc>
              <a:buNone/>
            </a:pPr>
            <a:r>
              <a:rPr lang="en-US" sz="96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9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obj_cols:</a:t>
            </a:r>
            <a:pPr indent="0" marL="0">
              <a:lnSpc>
                <a:spcPct val="115000"/>
              </a:lnSpc>
              <a:buNone/>
            </a:pPr>
            <a:endParaRPr lang="en-US" sz="9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 = LabelEncoder()</a:t>
            </a:r>
            <a:pPr indent="0" marL="0">
              <a:lnSpc>
                <a:spcPct val="115000"/>
              </a:lnSpc>
              <a:buNone/>
            </a:pPr>
            <a:endParaRPr lang="en-US" sz="9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df[col] = le.fit_transform(df[col])</a:t>
            </a:r>
            <a:pPr indent="0" marL="0">
              <a:lnSpc>
                <a:spcPct val="115000"/>
              </a:lnSpc>
              <a:buNone/>
            </a:pPr>
            <a:endParaRPr lang="en-US" sz="9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6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6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(df.dtypes)</a:t>
            </a:r>
            <a:endParaRPr lang="en-US" sz="968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032504"/>
            <a:ext cx="4791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티어      int64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포지션     int64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승률      int64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골드      int64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열마다 le 를 새로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 하나가 한 열의 값 목록을 기억한다. 돌려쓰면 앞 열의 목록이 덮여 번호가 뒤섞인다.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47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21차시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「라벨 인코더 파이프라인 조립」 버튼 → LabelEncoder 를 만들어 열 하나를 바꾸고 classes_ 를 찍는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 대상 열(티어·포지션·성별)과 변환 순서 기준을 고르고 「파라미터 적용」. 티어를 고르면 0·1·2 가 어느 등급에 붙을지 먼저 말한다 (가나다 순).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범주가 0·1·2 로 치환된 분포 차트. 포지션을 골라 보고 '정글이 탑의 몇 배' 가 말이 되는지 짝과 이야기한다.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훈련은 fit_transform, 시험 데이터는?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transform 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포지션(탑·미드·정글)에 라벨 인코딩을 쓰면?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없는 순서가 생긴다 → 원-핫이 맞다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47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0·1·2 로 — 순서가 있을 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 = LabelEncoder() → df['열'] = le.fit_transform(df['열'])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classes_ 로 번호 순서 확인. 가나다 순으로 0부터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데이터는 transform 만 — fit 하면 번호가 달라진다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없는 범주는 22차시 원-핫으로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22차시 pd.get_dummies() — 열을 가로로 펼치기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47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원-핫 인코딩으로 열 펼치기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'탑=0, 미드=1, 바텀=2' 라고 하면 컴퓨터가 크기로 착각한다 — 열을 펼쳐 0/1 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pd.get_dummies()</a:t>
            </a:r>
            <a:endParaRPr lang="en-US" sz="1742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8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drop_first=True</a:t>
            </a:r>
            <a:endParaRPr lang="en-US" sz="1858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47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없는 범주 처리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포지션·결제수단·지역처럼 크기 비교가 말이 안 되는 열은 전부 원-핫.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전체 변환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 = pd.get_dummies(df, columns=['포지션'], drop_first=True, dtype=int)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모델에서 drop_first 를 빼면 열들이 서로 완벽히 예측 가능해져(다중공선성) 계수가 불안정해진다. 실기 단골 감점.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47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get_dummies — 값마다 열 하나씩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85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pPr indent="0" marL="0">
              <a:lnSpc>
                <a:spcPct val="115000"/>
              </a:lnSpc>
              <a:buNone/>
            </a:pPr>
            <a:endParaRPr lang="en-US" sz="8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endParaRPr lang="en-US" sz="8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'브론즈'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8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'탑'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'미드'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'미드'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'탑'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'정글'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8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[58, 47, 61, 39, 52],</a:t>
            </a:r>
            <a:pPr indent="0" marL="0">
              <a:lnSpc>
                <a:spcPct val="115000"/>
              </a:lnSpc>
              <a:buNone/>
            </a:pPr>
            <a:endParaRPr lang="en-US" sz="8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[12400, 9800, 13100, 8200, 10500]</a:t>
            </a:r>
            <a:pPr indent="0" marL="0">
              <a:lnSpc>
                <a:spcPct val="115000"/>
              </a:lnSpc>
              <a:buNone/>
            </a:pPr>
            <a:endParaRPr lang="en-US" sz="8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pPr indent="0" marL="0">
              <a:lnSpc>
                <a:spcPct val="115000"/>
              </a:lnSpc>
              <a:buNone/>
            </a:pPr>
            <a:endParaRPr lang="en-US" sz="8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pd.get_dummies(df, columns=[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drop_first=</a:t>
            </a:r>
            <a:pPr indent="0" marL="0">
              <a:lnSpc>
                <a:spcPct val="115000"/>
              </a:lnSpc>
              <a:buNone/>
            </a:pPr>
            <a:r>
              <a:rPr lang="en-US" sz="85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dtype=</a:t>
            </a:r>
            <a:pPr indent="0" marL="0">
              <a:lnSpc>
                <a:spcPct val="115000"/>
              </a:lnSpc>
              <a:buNone/>
            </a:pPr>
            <a:r>
              <a:rPr lang="en-US" sz="85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8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(df2[[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'포지션_미드'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'포지션_정글'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'포지션_탑'</a:t>
            </a:r>
            <a:pPr indent="0" marL="0">
              <a:lnSpc>
                <a:spcPct val="115000"/>
              </a:lnSpc>
              <a:buNone/>
            </a:pPr>
            <a:r>
              <a:rPr lang="en-US" sz="8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]])</a:t>
            </a:r>
            <a:endParaRPr lang="en-US" sz="851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85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941064"/>
            <a:ext cx="4791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포지션_미드  포지션_정글  포지션_탑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0        0        0       1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1        1        0       0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2        1        0       0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3        0        0       1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4        0        1       0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columns=['열'] — 리스트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값이 3개면 열 3개가 생긴다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자기 값에만 1, 나머지는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dtype=int 를 안 쓰면 True/False 로 나온다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원래 열은 사라진다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47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drop_first=True — 첫 열을 버린다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df3 = pd.get_dummies(df, columns=[</a:t>
            </a:r>
            <a:pPr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drop_first=</a:t>
            </a:r>
            <a:pPr indent="0" marL="0">
              <a:lnSpc>
                <a:spcPct val="115000"/>
              </a:lnSpc>
              <a:buNone/>
            </a:pPr>
            <a:r>
              <a:rPr lang="en-US" sz="86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dtype=</a:t>
            </a:r>
            <a:pPr indent="0" marL="0">
              <a:lnSpc>
                <a:spcPct val="115000"/>
              </a:lnSpc>
              <a:buNone/>
            </a:pPr>
            <a:r>
              <a:rPr lang="en-US" sz="86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86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([c </a:t>
            </a:r>
            <a:pPr indent="0" marL="0">
              <a:lnSpc>
                <a:spcPct val="115000"/>
              </a:lnSpc>
              <a:buNone/>
            </a:pPr>
            <a:r>
              <a:rPr lang="en-US" sz="86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pPr indent="0" marL="0">
              <a:lnSpc>
                <a:spcPct val="115000"/>
              </a:lnSpc>
              <a:buNone/>
            </a:pPr>
            <a:r>
              <a:rPr lang="en-US" sz="86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df3.columns </a:t>
            </a:r>
            <a:pPr indent="0" marL="0">
              <a:lnSpc>
                <a:spcPct val="115000"/>
              </a:lnSpc>
              <a:buNone/>
            </a:pPr>
            <a:r>
              <a:rPr lang="en-US" sz="86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6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c])</a:t>
            </a:r>
            <a:endParaRPr lang="en-US" sz="863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118104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['포지션_정글', '포지션_탑']</a:t>
            </a:r>
            <a:endParaRPr lang="en-US" sz="761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850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미드는 어디 갔나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69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정글 0, 탑 0 이면 미드다. 열 하나가 없어도 정보는 그대로.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버리나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열을 더하면 항상 1 이다. 즉 한 열은 나머지로 계산되는 '군더더기'.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모델은 이런 열이 있으면 계수를 못 정한다. 트리 계열은 덜 민감하지만, 실기는 True 로 통일.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47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열이 몇 개나 늘어나나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79004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(df.columns))      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pPr indent="0" marL="0">
              <a:lnSpc>
                <a:spcPct val="115000"/>
              </a:lnSpc>
              <a:buNone/>
            </a:pPr>
            <a:endParaRPr lang="en-US" sz="126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(pd.get_dummies(df, columns=[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drop_first=</a:t>
            </a:r>
            <a:pPr indent="0" marL="0">
              <a:lnSpc>
                <a:spcPct val="115000"/>
              </a:lnSpc>
              <a:buNone/>
            </a:pPr>
            <a:r>
              <a:rPr lang="en-US" sz="12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).columns))  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</a:t>
            </a:r>
            <a:pPr indent="0" marL="0">
              <a:lnSpc>
                <a:spcPct val="115000"/>
              </a:lnSpc>
              <a:buNone/>
            </a:pPr>
            <a:endParaRPr lang="en-US" sz="126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(pd.get_dummies(df, columns=[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drop_first=</a:t>
            </a:r>
            <a:pPr indent="0" marL="0">
              <a:lnSpc>
                <a:spcPct val="115000"/>
              </a:lnSpc>
              <a:buNone/>
            </a:pPr>
            <a:r>
              <a:rPr lang="en-US" sz="126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).columns))   </a:t>
            </a:r>
            <a:pPr indent="0" marL="0">
              <a:lnSpc>
                <a:spcPct val="115000"/>
              </a:lnSpc>
              <a:buNone/>
            </a:pPr>
            <a:r>
              <a:rPr lang="en-US" sz="126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</a:t>
            </a:r>
            <a:endParaRPr lang="en-US" sz="1267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3977640" cy="164592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182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661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4열 − 포지션 1열 + 값 3개 = 6열.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drop_first 면 하나 덜해 5열.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3017520"/>
            <a:ext cx="3977640" cy="164592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3182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범주가 많으면 폭발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5661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100개인 열(도시 이름 등)에 쓰면 열이 100개 늘어난다. 그럴 땐 상위 몇 개만 남기고 나머지는 '기타' 로 묶는다.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47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안 받음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pd.get_dummies(df, …) 만 쓰면 df 는 그대로. df = pd.get_dummies(…) 로 받는다.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훈련·시험 열 불일치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데이터에만 없는 값이 있으면 열 개수가 달라져 fit 에러. 두 표를 합쳐 인코딩하거나 reindex 로 맞춘다.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dtype 미지정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판다스 최신 버전은 True/False 로 만든다. 모델에 넣으려면 dtype=int.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4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pd.get_dummies(df, columns=[</a:t>
            </a:r>
            <a:pPr indent="0" marL="0">
              <a:lnSpc>
                <a:spcPct val="115000"/>
              </a:lnSpc>
              <a:buNone/>
            </a:pPr>
            <a:r>
              <a:rPr lang="en-US" sz="1448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44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drop_first=</a:t>
            </a:r>
            <a:pPr indent="0" marL="0">
              <a:lnSpc>
                <a:spcPct val="115000"/>
              </a:lnSpc>
              <a:buNone/>
            </a:pPr>
            <a:r>
              <a:rPr lang="en-US" sz="144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44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dtype=</a:t>
            </a:r>
            <a:pPr indent="0" marL="0">
              <a:lnSpc>
                <a:spcPct val="115000"/>
              </a:lnSpc>
              <a:buNone/>
            </a:pPr>
            <a:r>
              <a:rPr lang="en-US" sz="144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44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44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48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48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(df.dtypes.value_counts())</a:t>
            </a:r>
            <a:endParaRPr lang="en-US" sz="1448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47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범주 열 한 번에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obj_cols = df.select_dtypes(include=</a:t>
            </a:r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'object'</a:t>
            </a:r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).columns.tolist()</a:t>
            </a:r>
            <a:pPr indent="0" marL="0">
              <a:lnSpc>
                <a:spcPct val="115000"/>
              </a:lnSpc>
              <a:buNone/>
            </a:pPr>
            <a:endParaRPr lang="en-US" sz="89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9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'범주 열:'</a:t>
            </a:r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obj_cols)</a:t>
            </a:r>
            <a:pPr indent="0" marL="0">
              <a:lnSpc>
                <a:spcPct val="115000"/>
              </a:lnSpc>
              <a:buNone/>
            </a:pPr>
            <a:endParaRPr lang="en-US" sz="890" dirty="0"/>
          </a:p>
          <a:p>
            <a:pPr indent="0" marL="0">
              <a:lnSpc>
                <a:spcPct val="115000"/>
              </a:lnSpc>
              <a:buNone/>
            </a:pPr>
            <a:endParaRPr lang="en-US" sz="89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pd.get_dummies(df, columns=obj_cols, drop_first=</a:t>
            </a:r>
            <a:pPr indent="0" marL="0">
              <a:lnSpc>
                <a:spcPct val="115000"/>
              </a:lnSpc>
              <a:buNone/>
            </a:pPr>
            <a:r>
              <a:rPr lang="en-US" sz="89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dtype=</a:t>
            </a:r>
            <a:pPr indent="0" marL="0">
              <a:lnSpc>
                <a:spcPct val="115000"/>
              </a:lnSpc>
              <a:buNone/>
            </a:pPr>
            <a:r>
              <a:rPr lang="en-US" sz="89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89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9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'인코딩 후 열 수:'</a:t>
            </a:r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9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(df.columns))</a:t>
            </a:r>
            <a:pPr indent="0" marL="0">
              <a:lnSpc>
                <a:spcPct val="115000"/>
              </a:lnSpc>
              <a:buNone/>
            </a:pPr>
            <a:endParaRPr lang="en-US" sz="89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9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(df.head(2))</a:t>
            </a:r>
            <a:endParaRPr lang="en-US" sz="89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867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123944"/>
            <a:ext cx="4791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범주 열: ['티어', '포지션']</a:t>
            </a:r>
            <a:endParaRPr lang="en-US" sz="101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인코딩 후 열 수: 6</a:t>
            </a:r>
            <a:endParaRPr lang="en-US" sz="101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vs 22 선택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정답(y) 열 → 21차시 라벨.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입력(X)의 순서 없는 범주 → 22차시 원-핫.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실기에서는 문제가 방법을 지정해 주는 경우가 많다. 없으면 이 기준.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47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22차시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「get_dummies 열 확장 파이프라인 조립」 버튼 → 범주 열을 펼치고 열 수를 전후로 찍는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열(포지션 4범주·티어 3범주·결제수단 3범주)과 drop_first(True·False)를 고르고 「파라미터 적용」. 열이 몇 개 늘어날지 먼저 계산한다.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인코딩 전후 열 수 막대. drop_first 를 껐다 켰다 하며 차이가 1 인 것을 확인한다.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4개인 열을 drop_first=True 로 펼치면 열은 몇 개?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3개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drop_first 를 쓰는 이유는?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다중공선성 — 한 열이 나머지로 계산되니까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47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없는 범주는 열을 펼쳐 0/1 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 = pd.get_dummies(df, columns=['열'], drop_first=True, dtype=int)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n개 → 열 n개, drop_first 면 n−1개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회귀에서 drop_first 를 빼면 다중공선성 감점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범주가 아주 많으면 열 폭발 — 상위만 남기고 기타로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23차시 StandardScaler vs MinMaxScaler — 숫자 체급 맞추기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47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값 정규화와 표준화 스케일링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180 과 KDA 3.5 를 그대로 주면 큰 숫자만 보고 판단한다 — 체급을 맞춘다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StandardScaler()</a:t>
            </a:r>
            <a:endParaRPr lang="en-US" sz="1742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91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MinMaxScaler()</a:t>
            </a:r>
            <a:endParaRPr lang="en-US" sz="1991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47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입력 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41~46차시 신경망은 입력이 0 근처여야 학습이 된다. 스케일링 없이는 손실이 안 줄어든다.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기반 모델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KNN·SVM 은 숫자 크기를 그대로 거리로 쓴다. 골드(12400)가 KDA(3.5)를 덮어 버린다.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데이터에 fit_transform 을 또 쓰면 훈련과 다른 기준으로 눌린다. 훈련은 fit_transform, 시험은 transform — 21차시와 같은 규칙.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47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StandardScaler — 평균 0, 표준편차 1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</a:t>
            </a:r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StandardScaler</a:t>
            </a:r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 = scaler.fit_transform(df[[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]])</a:t>
            </a:r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(df[[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]].round(2))</a:t>
            </a:r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'평균:'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df[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].mean().round(2))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364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621024"/>
            <a:ext cx="479145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승률    골드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0   0.78  0.68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-0.55 -0.63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2   1.13  1.05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-1.51 -1.23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4   0.15  0.13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평균: 0.0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(값 − 평균) ÷ 표준편차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결과는 −3 ~ +3 근처, 평균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음수가 나오는 게 정상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이상치가 있어도 완전히 안 눌린다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실기 기본값은 이쪽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47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MinMaxScaler — 0 과 1 사이로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</a:t>
            </a:r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MinMaxScaler</a:t>
            </a:r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MinMaxScaler()</a:t>
            </a:r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 = scaler.fit_transform(df[[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]])</a:t>
            </a:r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(df[[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]].round(2))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319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575304"/>
            <a:ext cx="4791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4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승률    골드</a:t>
            </a:r>
            <a:endParaRPr lang="en-US" sz="8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4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0  0.86  0.86</a:t>
            </a:r>
            <a:endParaRPr lang="en-US" sz="8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4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1  0.36  0.33</a:t>
            </a:r>
            <a:endParaRPr lang="en-US" sz="8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4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2  1.00  1.00</a:t>
            </a:r>
            <a:endParaRPr lang="en-US" sz="8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4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3  0.00  0.00</a:t>
            </a:r>
            <a:endParaRPr lang="en-US" sz="8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4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4  0.59  0.47</a:t>
            </a:r>
            <a:endParaRPr lang="en-US" sz="845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(값 − 최솟값) ÷ (최댓값 − 최솟값)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가장 작은 값이 0, 가장 큰 값이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이미지 픽셀(0~255)에 자주 쓴다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이상치가 있으면 나머지가 좁은 구간에 뭉친다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47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둘을 언제 쓰나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StandardScaler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MinMaxScaler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범위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0, 대개 −3~3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~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덜 민감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 — 나머지가 뭉침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대부분의 모델, 실기 기본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픽셀, 범위가 정해진 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생긴다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생긴다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4050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 계열(32·38차시)은 스케일링이 거의 필요 없다 — 크기가 아니라 순서로 나누니까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47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정답(y) 까지 스케일링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문제의 y 는 건드리지 않는다. 입력 X 의 숫자 열만.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데이터에 fit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훈련의 평균·표준편차를 그대로 써야 한다. 시험은 transform 만.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2차원 형태 아님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scaler 는 (행, 열) 2차원을 받는다. 열 하나면 df[['열']] 처럼 대괄호 두 겹 (15차시).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pPr indent="0" marL="0">
              <a:lnSpc>
                <a:spcPct val="115000"/>
              </a:lnSpc>
              <a:buNone/>
            </a:pPr>
            <a:endParaRPr lang="en-US" sz="15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X_train[num_cols] = scaler.fit_transform(X_train[num_cols])   </a:t>
            </a:r>
            <a:pPr indent="0" marL="0">
              <a:lnSpc>
                <a:spcPct val="115000"/>
              </a:lnSpc>
              <a:buNone/>
            </a:pPr>
            <a:r>
              <a:rPr lang="en-US" sz="150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훈련</a:t>
            </a:r>
            <a:pPr indent="0" marL="0">
              <a:lnSpc>
                <a:spcPct val="115000"/>
              </a:lnSpc>
              <a:buNone/>
            </a:pPr>
            <a:endParaRPr lang="en-US" sz="15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X_test[num_cols] = scaler.transform(X_test[num_cols])         </a:t>
            </a:r>
            <a:pPr indent="0" marL="0">
              <a:lnSpc>
                <a:spcPct val="115000"/>
              </a:lnSpc>
              <a:buNone/>
            </a:pPr>
            <a:r>
              <a:rPr lang="en-US" sz="150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시험</a:t>
            </a:r>
            <a:endParaRPr lang="en-US" sz="1506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47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숫자 열만 골라 스케일링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</a:t>
            </a:r>
            <a:pPr indent="0" marL="0">
              <a:lnSpc>
                <a:spcPct val="115000"/>
              </a:lnSpc>
              <a:buNone/>
            </a:pPr>
            <a:r>
              <a:rPr lang="en-US" sz="98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StandardScaler</a:t>
            </a:r>
            <a:pPr indent="0" marL="0">
              <a:lnSpc>
                <a:spcPct val="115000"/>
              </a:lnSpc>
              <a:buNone/>
            </a:pPr>
            <a:endParaRPr lang="en-US" sz="98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num_cols = X.select_dtypes(include=</a:t>
            </a:r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'number'</a:t>
            </a:r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).columns   </a:t>
            </a:r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13차시</a:t>
            </a:r>
            <a:pPr indent="0" marL="0">
              <a:lnSpc>
                <a:spcPct val="115000"/>
              </a:lnSpc>
              <a:buNone/>
            </a:pPr>
            <a:endParaRPr lang="en-US" sz="98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pPr indent="0" marL="0">
              <a:lnSpc>
                <a:spcPct val="115000"/>
              </a:lnSpc>
              <a:buNone/>
            </a:pPr>
            <a:endParaRPr lang="en-US" sz="98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X[num_cols] = scaler.fit_transform(X[num_cols])</a:t>
            </a:r>
            <a:pPr indent="0" marL="0">
              <a:lnSpc>
                <a:spcPct val="115000"/>
              </a:lnSpc>
              <a:buNone/>
            </a:pPr>
            <a:endParaRPr lang="en-US" sz="98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(X[num_cols].describe().loc[[</a:t>
            </a:r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'mean'</a:t>
            </a:r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'std'</a:t>
            </a:r>
            <a:pPr indent="0" marL="0">
              <a:lnSpc>
                <a:spcPct val="115000"/>
              </a:lnSpc>
              <a:buNone/>
            </a:pPr>
            <a:r>
              <a:rPr lang="en-US" sz="98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]].round(2))</a:t>
            </a:r>
            <a:endParaRPr lang="en-US" sz="984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032504"/>
            <a:ext cx="4791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4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승률   골드</a:t>
            </a:r>
            <a:endParaRPr lang="en-US" sz="8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4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  0.0  0.0</a:t>
            </a:r>
            <a:endParaRPr lang="en-US" sz="84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4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   1.12 1.12</a:t>
            </a:r>
            <a:endParaRPr lang="en-US" sz="845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정리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결측 확인 → 18 채우기 → 21·22 인코딩 → 23 스케일링 → 31 분할.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인코딩이 먼저다. 글자가 남아 있으면 스케일러가 에러를 낸다.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47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23차시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「스케일러 변환 파이프라인 조립」 버튼 → 스케일러를 만들어 두 열을 변환하는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알고리즘(StandardScaler·MinMaxScaler)과 압축 강도를 고르고 「파라미터 적용」. MinMax 를 고르면 결과가 어느 범위에 들어올지 먼저 말한다 (0~1).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스케일링 전(들쑥날쑥) vs 후(정렬) 분포. 두 스케일러를 번갈아 눌러 모양 차이를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StandardScaler 의 결과 평균은?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0 (표준편차 1)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데이터에 쓰는 메서드는?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transform (fit 하지 않는다)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47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체급을 맞춘다 — 표준화 또는 정규화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scaler = StandardScaler() → X[num] = scaler.fit_transform(X[num])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 는 평균 0·표준편차 1, MinMax 는 0~1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데이터는 transform 만. y 는 건드리지 않는다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순서: 결측 → 인코딩 → 스케일링 → 분할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24차시 groupby · agg — 그룹별로 묶어 통계 내기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47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묶기와 다중 통계 집계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'탑 유저와 미드 유저 중 누가 골드를 더 버나' — 묶고(groupby) 계산한다(agg)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df.agg()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47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집단별 특성 파악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df.groupby('포지션')['골드'].mean() — EDA 서술형 문제의 근거 숫자를 만든다.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파생변수 만들기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평균을 원래 표에 붙여 '평균 대비 내 골드' 같은 새 열을 만든다.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 결과는 그룹 이름이 인덱스가 된다. 그대로 저장하면 열이 하나 빈다 — reset_index() 로 다시 열로 꺼낸다(25차시와 짝).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47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groupby('열')['대상'].통계()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120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'브론즈'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'탑'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'미드'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'미드'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'탑'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'정글'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[58, 47, 61, 39, 52],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[12400, 9800, 13100, 8200, 10500]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pPr indent="0" marL="0">
              <a:lnSpc>
                <a:spcPct val="115000"/>
              </a:lnSpc>
              <a:buNone/>
            </a:pPr>
            <a:endParaRPr lang="en-US" sz="120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(df.groupby(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20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].mean())</a:t>
            </a:r>
            <a:endParaRPr lang="en-US" sz="1201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49624"/>
            <a:ext cx="4791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포지션</a:t>
            </a:r>
            <a:endParaRPr lang="en-US" sz="7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미드    11450.0</a:t>
            </a:r>
            <a:endParaRPr lang="en-US" sz="7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정글    10500.0</a:t>
            </a:r>
            <a:endParaRPr lang="en-US" sz="7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탑     10300.0</a:t>
            </a:r>
            <a:endParaRPr lang="en-US" sz="7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골드, dtype: float64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groupby('포지션') — 같은 포지션끼리 묶는다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['골드'] — 볼 열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.mean() — 무엇을 계산할지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결과는 그룹 이름이 인덱스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mean·sum·max·min·count 전부 된다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47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agg — 열마다 다른 통계를 한 번에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group_stat = df.groupby(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).agg({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'mean'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'max'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pPr indent="0" marL="0">
              <a:lnSpc>
                <a:spcPct val="115000"/>
              </a:lnSpc>
              <a:buNone/>
            </a:pPr>
            <a:endParaRPr lang="en-US" sz="9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(group_stat)</a:t>
            </a:r>
            <a:pPr indent="0" marL="0">
              <a:lnSpc>
                <a:spcPct val="115000"/>
              </a:lnSpc>
              <a:buNone/>
            </a:pPr>
            <a:endParaRPr lang="en-US" sz="904" dirty="0"/>
          </a:p>
          <a:p>
            <a:pPr indent="0" marL="0">
              <a:lnSpc>
                <a:spcPct val="115000"/>
              </a:lnSpc>
              <a:buNone/>
            </a:pPr>
            <a:endParaRPr lang="en-US" sz="9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한 열에 여러 통계</a:t>
            </a:r>
            <a:pPr indent="0" marL="0">
              <a:lnSpc>
                <a:spcPct val="115000"/>
              </a:lnSpc>
              <a:buNone/>
            </a:pPr>
            <a:endParaRPr lang="en-US" sz="9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(df.groupby(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].agg([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'mean'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'max'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'count'</a:t>
            </a:r>
            <a:pPr indent="0" marL="0">
              <a:lnSpc>
                <a:spcPct val="115000"/>
              </a:lnSpc>
              <a:buNone/>
            </a:pPr>
            <a:r>
              <a:rPr lang="en-US" sz="9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  <a:endParaRPr lang="en-US" sz="904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승률     골드</a:t>
            </a:r>
            <a:endParaRPr lang="en-US" sz="8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포지션</a:t>
            </a:r>
            <a:endParaRPr lang="en-US" sz="8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미드   54.0  13100</a:t>
            </a:r>
            <a:endParaRPr lang="en-US" sz="8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정글   52.0  10500</a:t>
            </a:r>
            <a:endParaRPr lang="en-US" sz="8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1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탑    48.5  12400</a:t>
            </a:r>
            <a:endParaRPr lang="en-US" sz="81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agg({'열': '통계'}) — 중괄호 딕셔너리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agg(['mean', 'max']) — 대괄호면 한 열에 여러 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통계 이름은 따옴표 안 문자열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표(DataFrame)로 나온다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47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reset_index — 그룹 이름을 다시 열로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df.groupby(</a:t>
            </a:r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</a:t>
            </a:r>
            <a:pPr indent="0" marL="0">
              <a:lnSpc>
                <a:spcPct val="115000"/>
              </a:lnSpc>
              <a:buNone/>
            </a:pPr>
            <a:endParaRPr lang="en-US" sz="116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6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(g), g.index.tolist())</a:t>
            </a:r>
            <a:pPr indent="0" marL="0">
              <a:lnSpc>
                <a:spcPct val="115000"/>
              </a:lnSpc>
              <a:buNone/>
            </a:pPr>
            <a:endParaRPr lang="en-US" sz="1169" dirty="0"/>
          </a:p>
          <a:p>
            <a:pPr indent="0" marL="0">
              <a:lnSpc>
                <a:spcPct val="115000"/>
              </a:lnSpc>
              <a:buNone/>
            </a:pPr>
            <a:endParaRPr lang="en-US" sz="116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g2 = df.groupby(</a:t>
            </a:r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].mean().reset_index()</a:t>
            </a:r>
            <a:pPr indent="0" marL="0">
              <a:lnSpc>
                <a:spcPct val="115000"/>
              </a:lnSpc>
              <a:buNone/>
            </a:pPr>
            <a:endParaRPr lang="en-US" sz="116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6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6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(g2)</a:t>
            </a:r>
            <a:endParaRPr lang="en-US" sz="1169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666744"/>
            <a:ext cx="47914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13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'pandas.core.series.Series'&gt; ['미드', '정글', '탑']</a:t>
            </a:r>
            <a:endParaRPr lang="en-US" sz="91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3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포지션       골드</a:t>
            </a:r>
            <a:endParaRPr lang="en-US" sz="91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3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미드  11450.0</a:t>
            </a:r>
            <a:endParaRPr lang="en-US" sz="91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3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정글  10500.0</a:t>
            </a:r>
            <a:endParaRPr lang="en-US" sz="91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3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탑  10300.0</a:t>
            </a:r>
            <a:endParaRPr lang="en-US" sz="913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이름이 인덱스로 가 있으면 '포지션' 이 열이 아니라서 그래프나 저장에서 빠진다. reset_index() 한 줄로 평범한 표가 된다.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47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이름 오타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groupby('포지션 ') 처럼 공백 하나면 KeyError. df.columns 로 정확한 이름을 본다.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agg 에 함수 호출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agg({'골드': mean()}) 는 에러. 따옴표 문자열 'mean' 또는 함수 이름 np.mean.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그래프에 바로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인덱스가 그룹 이름이면 x축이 비어 보인다. reset_index() 뒤에 plot.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 = df.groupby(</a:t>
            </a:r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).agg({</a:t>
            </a:r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'mean'</a:t>
            </a:r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'max'</a:t>
            </a:r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}).reset_index()</a:t>
            </a:r>
            <a:pPr indent="0" marL="0">
              <a:lnSpc>
                <a:spcPct val="115000"/>
              </a:lnSpc>
              <a:buNone/>
            </a:pPr>
            <a:endParaRPr lang="en-US" sz="13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(stat.columns.tolist())   </a:t>
            </a:r>
            <a:pPr indent="0" marL="0">
              <a:lnSpc>
                <a:spcPct val="115000"/>
              </a:lnSpc>
              <a:buNone/>
            </a:pPr>
            <a:r>
              <a:rPr lang="en-US" sz="133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['포지션', '승률', '골드']</a:t>
            </a:r>
            <a:endParaRPr lang="en-US" sz="1337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47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그룹 평균을 원래 표에 붙이기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= df.groupby(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].transform(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'mean'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행마다 그 그룹의 평균</a:t>
            </a:r>
            <a:pPr indent="0" marL="0">
              <a:lnSpc>
                <a:spcPct val="115000"/>
              </a:lnSpc>
              <a:buNone/>
            </a:pPr>
            <a:endParaRPr lang="en-US" sz="8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'골드_그룹평균'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avg</a:t>
            </a:r>
            <a:pPr indent="0" marL="0">
              <a:lnSpc>
                <a:spcPct val="115000"/>
              </a:lnSpc>
              <a:buNone/>
            </a:pPr>
            <a:endParaRPr lang="en-US" sz="8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'골드_대비'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(df[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/ avg).round(2)</a:t>
            </a:r>
            <a:pPr indent="0" marL="0">
              <a:lnSpc>
                <a:spcPct val="115000"/>
              </a:lnSpc>
              <a:buNone/>
            </a:pPr>
            <a:endParaRPr lang="en-US" sz="8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(df[[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'골드_그룹평균'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'골드_대비'</a:t>
            </a:r>
            <a:pPr indent="0" marL="0">
              <a:lnSpc>
                <a:spcPct val="115000"/>
              </a:lnSpc>
              <a:buNone/>
            </a:pPr>
            <a:r>
              <a:rPr lang="en-US" sz="8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]])</a:t>
            </a:r>
            <a:endParaRPr lang="en-US" sz="832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포지션     골드  골드_그룹평균  골드_대비</a:t>
            </a:r>
            <a:endParaRPr lang="en-US" sz="101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탑  12400   10300.0   1.20</a:t>
            </a:r>
            <a:endParaRPr lang="en-US" sz="101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미드   9800   11450.0   0.86</a:t>
            </a:r>
            <a:endParaRPr lang="en-US" sz="101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미드  13100   11450.0   1.14</a:t>
            </a:r>
            <a:endParaRPr lang="en-US" sz="101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 과 agg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agg 는 그룹당 한 줄로 줄이고, transform 은 원래 행 수를 유지한 채 그룹 값을 채워 준다. 파생변수는 transform.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47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24차시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「groupby &amp; agg 집계 파이프라인 조립」 버튼 → 그룹별 승률 평균과 골드 집계를 내는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기준 열(포지션·티어·승패)과 골드 집계 방식(mean·max·sum)을 고르고 「파라미터 적용」. sum 을 고르면 숫자가 얼마나 커질지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그룹별 평균 승률과 집계 지표 막대. 티어로 묶으면 승률 차이가 더 뚜렷한지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포지션별 골드 평균을 내는 한 줄은?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df.groupby('포지션')['골드'].mean()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이름을 다시 열로 만드는 메서드는?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reset_index()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47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묶고(groupby) 계산한다(agg)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df.groupby('열')['대상'].mean() — 그룹별 통계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agg({'열': '통계'}) 로 열마다 다르게, agg(['a','b']) 로 여러 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그룹이 인덱스 — reset_index() 로 열로 꺼낸다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수를 유지하며 그룹 값을 붙이려면 transform('mean')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25차시 sort_values · reset_index — 줄 세우고 번호 다시 매기기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47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값 정렬과 인덱스 초기화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승률 1등부터 줄을 세우면 번호표가 뒤죽박죽 — 0번부터 다시 뗀다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sort_values()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7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reset_index(drop=True)</a:t>
            </a:r>
            <a:endParaRPr lang="en-US" sz="1267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47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n명 뽑기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df.sort_values('승률', ascending=False).head(10) — 12차시 head 와 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특성 순위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38차시 특성 중요도를 정렬해 '무엇이 승리에 결정적인가' 를 답한다.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정렬만 하고 reset_index 를 빼면 인덱스가 3, 0, 4, 1 순으로 남는다. 그 뒤 iloc[0] 과 loc[0] 이 다른 행을 가리켜 답이 틀린다.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47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sort_values(by=…, ascending=…)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9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109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pPr indent="0" marL="0">
              <a:lnSpc>
                <a:spcPct val="115000"/>
              </a:lnSpc>
              <a:buNone/>
            </a:pPr>
            <a:endParaRPr lang="en-US" sz="109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endParaRPr lang="en-US" sz="109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'브론즈'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'실버'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109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'탑'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'미드'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'미드'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'탑'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'정글'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109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[58, 47, 61, 39, 52],</a:t>
            </a:r>
            <a:pPr indent="0" marL="0">
              <a:lnSpc>
                <a:spcPct val="115000"/>
              </a:lnSpc>
              <a:buNone/>
            </a:pPr>
            <a:endParaRPr lang="en-US" sz="109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[12400, 9800, 13100, 8200, 10500]</a:t>
            </a:r>
            <a:pPr indent="0" marL="0">
              <a:lnSpc>
                <a:spcPct val="115000"/>
              </a:lnSpc>
              <a:buNone/>
            </a:pPr>
            <a:endParaRPr lang="en-US" sz="109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pPr indent="0" marL="0">
              <a:lnSpc>
                <a:spcPct val="115000"/>
              </a:lnSpc>
              <a:buNone/>
            </a:pPr>
            <a:endParaRPr lang="en-US" sz="109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df_sorted = df.sort_values(by=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ascending=</a:t>
            </a:r>
            <a:pPr indent="0" marL="0">
              <a:lnSpc>
                <a:spcPct val="115000"/>
              </a:lnSpc>
              <a:buNone/>
            </a:pPr>
            <a:r>
              <a:rPr lang="en-US" sz="109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09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(df_sorted[[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9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]])</a:t>
            </a:r>
            <a:endParaRPr lang="en-US" sz="1099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49624"/>
            <a:ext cx="4791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티어  승률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골드  61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골드  58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실버  52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실버  47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브론즈  39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by='열' — 기준 열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ascending=False 면 큰 값부터(1등부터)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True(기본)면 작은 값부터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왼쪽 번호(2, 0, 4…)가 원래 인덱스 — 뒤섞였다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결과를 변수에 받는다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47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reset_index(drop=True) — 번호표를 다시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9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df_sorted = df_sorted.reset_index(drop=</a:t>
            </a:r>
            <a:pPr indent="0" marL="0">
              <a:lnSpc>
                <a:spcPct val="115000"/>
              </a:lnSpc>
              <a:buNone/>
            </a:pPr>
            <a:r>
              <a:rPr lang="en-US" sz="139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39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39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9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(df_sorted[[</a:t>
            </a:r>
            <a:pPr indent="0" marL="0">
              <a:lnSpc>
                <a:spcPct val="115000"/>
              </a:lnSpc>
              <a:buNone/>
            </a:pPr>
            <a:r>
              <a:rPr lang="en-US" sz="139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39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39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39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]])</a:t>
            </a:r>
            <a:pPr indent="0" marL="0">
              <a:lnSpc>
                <a:spcPct val="115000"/>
              </a:lnSpc>
              <a:buNone/>
            </a:pPr>
            <a:endParaRPr lang="en-US" sz="139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9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(df_sorted.index.tolist())</a:t>
            </a:r>
            <a:endParaRPr lang="en-US" sz="1395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044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300984"/>
            <a:ext cx="4791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4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티어  승률</a:t>
            </a:r>
            <a:endParaRPr lang="en-US" sz="94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골드  61</a:t>
            </a:r>
            <a:endParaRPr lang="en-US" sz="94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골드  58</a:t>
            </a:r>
            <a:endParaRPr lang="en-US" sz="94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실버  52</a:t>
            </a:r>
            <a:endParaRPr lang="en-US" sz="94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실버  47</a:t>
            </a:r>
            <a:endParaRPr lang="en-US" sz="94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브론즈  39</a:t>
            </a:r>
            <a:endParaRPr lang="en-US" sz="94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1, 2, 3, 4]</a:t>
            </a:r>
            <a:endParaRPr lang="en-US" sz="942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drop=True 가 핵심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drop=True — 옛 번호를 버린다 (원하는 것)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drop=False — 옛 번호가 'index' 라는 새 열로 남는다 (쓰레기 열)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17차시 dropna 뒤에도 같이 쓴다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47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열로 정렬하기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7900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df.sort_values(by=[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ascending=[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티어 가나다 순으로 묶고, 같은 티어 안에서는 승률 높은 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816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072384"/>
            <a:ext cx="79004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티어  포지션  승률     골드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골드   미드  61  13100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골드    탑  58  12400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브론즈    탑  39   8200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실버   정글  52  10500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실버   미드  47   9800</a:t>
            </a:r>
            <a:endParaRPr lang="en-US" sz="1268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 와 ascending 을 둘 다 리스트로, 개수를 맞춘다.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47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안 받음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df.sort_values('승률') 만 쓰면 df 는 그대로. df = df.sort_values(…) 로 받는다.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 을 빼먹음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reset_index() 만 쓰면 옛 번호가 'index' 열로 남는다. 저장하면 열 개수가 틀려 감점.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ascending 방향 착각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1등부터 보고 싶으면 False. 기본값 True 는 작은 값부터라 꼴찌가 먼저 온다.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(df.sort_values(by=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ascending=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.reset_index(drop=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한 줄로 이어 쓰기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47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상위권 뽑아 저장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top10 = (df.sort_values(by=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ascending=</a:t>
            </a:r>
            <a:pPr indent="0" marL="0">
              <a:lnSpc>
                <a:spcPct val="115000"/>
              </a:lnSpc>
              <a:buNone/>
            </a:pPr>
            <a:r>
              <a:rPr lang="en-US" sz="11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1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.reset_index(drop=</a:t>
            </a:r>
            <a:pPr indent="0" marL="0">
              <a:lnSpc>
                <a:spcPct val="115000"/>
              </a:lnSpc>
              <a:buNone/>
            </a:pPr>
            <a:r>
              <a:rPr lang="en-US" sz="11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1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.head(10))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12차시</a:t>
            </a:r>
            <a:pPr indent="0" marL="0">
              <a:lnSpc>
                <a:spcPct val="115000"/>
              </a:lnSpc>
              <a:buNone/>
            </a:pPr>
            <a:endParaRPr lang="en-US" sz="11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top10.to_csv(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'top10.csv'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index=</a:t>
            </a:r>
            <a:pPr indent="0" marL="0">
              <a:lnSpc>
                <a:spcPct val="115000"/>
              </a:lnSpc>
              <a:buNone/>
            </a:pPr>
            <a:r>
              <a:rPr lang="en-US" sz="11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11차시</a:t>
            </a:r>
            <a:pPr indent="0" marL="0">
              <a:lnSpc>
                <a:spcPct val="115000"/>
              </a:lnSpc>
              <a:buNone/>
            </a:pPr>
            <a:endParaRPr lang="en-US" sz="11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(top10[[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'티어'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1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]].head(3))</a:t>
            </a:r>
            <a:endParaRPr lang="en-US" sz="1194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49624"/>
            <a:ext cx="4791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티어  승률</a:t>
            </a:r>
            <a:endParaRPr lang="en-US" sz="8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골드  61</a:t>
            </a:r>
            <a:endParaRPr lang="en-US" sz="8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골드  58</a:t>
            </a:r>
            <a:endParaRPr lang="en-US" sz="8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실버  52</a:t>
            </a:r>
            <a:endParaRPr lang="en-US" sz="887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11·12·25 가 한 줄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→ 인덱스 리셋 → 상위 n → 저장. 실기에서 '상위 10명을 뽑아 파일로 제출하시오' 문제의 정답 형태.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47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25차시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「sort_values &amp; reset_index 정렬 조립」 버튼 → 기준 열로 정렬하고 인덱스를 리셋한 뒤 상위 3명을 찍는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기준(승률·골드획득량·KDA)과 방향(False 내림차순·True 오름차순)을 고르고 「파라미터 적용」. False 면 누가 맨 위에 올지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정렬된 상위 5명 스탯 차트. 방향을 True 로 바꾸면 차트가 어떻게 뒤집히는지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1등부터 정렬하는 옵션은?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ascending=False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reset_index 에서 drop=True 를 빼면?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옛 번호가 'index' 열로 남는다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뒤에는 언제나 reset_index(drop=True)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 = df.sort_values(by='열', ascending=False) — 1등부터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열은 by=['a','b'], ascending=[True, False]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 = df.reset_index(drop=True) — drop 을 빼면 쓰레기 열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정렬 → 리셋 → head(n) → to_csv(index=False)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Part 3 EDA 시각화 — 26차시 plt.bar() vs plt.barh()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47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정지원</dc:creator>
  <cp:lastModifiedBy>정지원</cp:lastModifiedBy>
  <cp:revision>1</cp:revision>
  <dcterms:created xsi:type="dcterms:W3CDTF">2026-09-23T01:22:28Z</dcterms:created>
  <dcterms:modified xsi:type="dcterms:W3CDTF">2026-09-23T01:22:28Z</dcterms:modified>
</cp:coreProperties>
</file>